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1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2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3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4.xml" ContentType="application/vnd.openxmlformats-officedocument.presentationml.notesSlide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5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notesSlides/notesSlide6.xml" ContentType="application/vnd.openxmlformats-officedocument.presentationml.notesSlid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7.xml" ContentType="application/vnd.openxmlformats-officedocument.presentationml.notesSlide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notesSlides/notesSlide8.xml" ContentType="application/vnd.openxmlformats-officedocument.presentationml.notesSlide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notesSlides/notesSlide9.xml" ContentType="application/vnd.openxmlformats-officedocument.presentationml.notesSlide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notesSlides/notesSlide10.xml" ContentType="application/vnd.openxmlformats-officedocument.presentationml.notesSlide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notesSlides/notesSlide11.xml" ContentType="application/vnd.openxmlformats-officedocument.presentationml.notesSlide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notesSlides/notesSlide12.xml" ContentType="application/vnd.openxmlformats-officedocument.presentationml.notesSlide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notesSlides/notesSlide13.xml" ContentType="application/vnd.openxmlformats-officedocument.presentationml.notesSlide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notesSlides/notesSlide14.xml" ContentType="application/vnd.openxmlformats-officedocument.presentationml.notesSlide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257" r:id="rId5"/>
    <p:sldId id="263" r:id="rId6"/>
    <p:sldId id="264" r:id="rId7"/>
    <p:sldId id="269" r:id="rId8"/>
    <p:sldId id="270" r:id="rId9"/>
    <p:sldId id="256" r:id="rId10"/>
    <p:sldId id="276" r:id="rId11"/>
    <p:sldId id="259" r:id="rId12"/>
    <p:sldId id="261" r:id="rId13"/>
    <p:sldId id="267" r:id="rId14"/>
    <p:sldId id="271" r:id="rId15"/>
    <p:sldId id="277" r:id="rId16"/>
    <p:sldId id="258" r:id="rId17"/>
    <p:sldId id="260" r:id="rId18"/>
    <p:sldId id="273" r:id="rId19"/>
    <p:sldId id="275" r:id="rId20"/>
    <p:sldId id="278" r:id="rId21"/>
    <p:sldId id="279" r:id="rId22"/>
    <p:sldId id="28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453DF-BDA2-48E6-9704-13EDC2D05067}" v="1076" dt="2024-02-07T17:27:53.7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67" autoAdjust="0"/>
    <p:restoredTop sz="94719"/>
  </p:normalViewPr>
  <p:slideViewPr>
    <p:cSldViewPr snapToGrid="0">
      <p:cViewPr varScale="1">
        <p:scale>
          <a:sx n="148" d="100"/>
          <a:sy n="148" d="100"/>
        </p:scale>
        <p:origin x="6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59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0297F-942B-4B89-A54E-0A4989941054}" type="datetimeFigureOut">
              <a:rPr lang="en-US" smtClean="0"/>
              <a:t>3/6/24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4E937-9E84-4E8C-A6C2-53F59E002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55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4E937-9E84-4E8C-A6C2-53F59E0028A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261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4E937-9E84-4E8C-A6C2-53F59E0028A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331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4E937-9E84-4E8C-A6C2-53F59E0028A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63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4E937-9E84-4E8C-A6C2-53F59E0028A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801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4E937-9E84-4E8C-A6C2-53F59E0028A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1550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4E937-9E84-4E8C-A6C2-53F59E0028A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3169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4E937-9E84-4E8C-A6C2-53F59E0028A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633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4E937-9E84-4E8C-A6C2-53F59E0028A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189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4E937-9E84-4E8C-A6C2-53F59E0028A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538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4E937-9E84-4E8C-A6C2-53F59E0028A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1879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4E937-9E84-4E8C-A6C2-53F59E0028A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49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4E937-9E84-4E8C-A6C2-53F59E0028A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7979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4E937-9E84-4E8C-A6C2-53F59E0028A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8744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4E937-9E84-4E8C-A6C2-53F59E0028A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7771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44E937-9E84-4E8C-A6C2-53F59E0028A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784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3997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C26D-D60D-41B4-A536-9F257CF7C2A8}" type="datetimeFigureOut">
              <a:rPr lang="en-US" smtClean="0"/>
              <a:t>3/6/24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C8605-4404-4128-BB00-4D8C805A3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6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C26D-D60D-41B4-A536-9F257CF7C2A8}" type="datetimeFigureOut">
              <a:rPr lang="en-US" smtClean="0"/>
              <a:t>3/6/24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C8605-4404-4128-BB00-4D8C805A3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901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C26D-D60D-41B4-A536-9F257CF7C2A8}" type="datetimeFigureOut">
              <a:rPr lang="en-US" smtClean="0"/>
              <a:t>3/6/24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C8605-4404-4128-BB00-4D8C805A3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515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C26D-D60D-41B4-A536-9F257CF7C2A8}" type="datetimeFigureOut">
              <a:rPr lang="en-US" smtClean="0"/>
              <a:t>3/6/24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C8605-4404-4128-BB00-4D8C805A3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47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C26D-D60D-41B4-A536-9F257CF7C2A8}" type="datetimeFigureOut">
              <a:rPr lang="en-US" smtClean="0"/>
              <a:t>3/6/24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C8605-4404-4128-BB00-4D8C805A3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847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C26D-D60D-41B4-A536-9F257CF7C2A8}" type="datetimeFigureOut">
              <a:rPr lang="en-US" smtClean="0"/>
              <a:t>3/6/24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C8605-4404-4128-BB00-4D8C805A3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38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C26D-D60D-41B4-A536-9F257CF7C2A8}" type="datetimeFigureOut">
              <a:rPr lang="en-US" smtClean="0"/>
              <a:t>3/6/24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C8605-4404-4128-BB00-4D8C805A3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33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C26D-D60D-41B4-A536-9F257CF7C2A8}" type="datetimeFigureOut">
              <a:rPr lang="en-US" smtClean="0"/>
              <a:t>3/6/24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C8605-4404-4128-BB00-4D8C805A3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83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C26D-D60D-41B4-A536-9F257CF7C2A8}" type="datetimeFigureOut">
              <a:rPr lang="en-US" smtClean="0"/>
              <a:t>3/6/24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C8605-4404-4128-BB00-4D8C805A3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898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C26D-D60D-41B4-A536-9F257CF7C2A8}" type="datetimeFigureOut">
              <a:rPr lang="en-US" smtClean="0"/>
              <a:t>3/6/24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C8605-4404-4128-BB00-4D8C805A3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833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3C26D-D60D-41B4-A536-9F257CF7C2A8}" type="datetimeFigureOut">
              <a:rPr lang="en-US" smtClean="0"/>
              <a:t>3/6/24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C8605-4404-4128-BB00-4D8C805A3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" Target="slide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1.jpeg"/><Relationship Id="rId17" Type="http://schemas.openxmlformats.org/officeDocument/2006/relationships/slide" Target="slide4.xml"/><Relationship Id="rId2" Type="http://schemas.openxmlformats.org/officeDocument/2006/relationships/tags" Target="../tags/tag2.xml"/><Relationship Id="rId16" Type="http://schemas.openxmlformats.org/officeDocument/2006/relationships/image" Target="../media/image3.jpe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15" Type="http://schemas.openxmlformats.org/officeDocument/2006/relationships/image" Target="../media/image2.png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slide" Target="slide13.xml"/><Relationship Id="rId3" Type="http://schemas.openxmlformats.org/officeDocument/2006/relationships/tags" Target="../tags/tag13.xml"/><Relationship Id="rId21" Type="http://schemas.openxmlformats.org/officeDocument/2006/relationships/slide" Target="slide4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image" Target="../media/image1.jpeg"/><Relationship Id="rId2" Type="http://schemas.openxmlformats.org/officeDocument/2006/relationships/tags" Target="../tags/tag12.xml"/><Relationship Id="rId16" Type="http://schemas.openxmlformats.org/officeDocument/2006/relationships/image" Target="../media/image2.png"/><Relationship Id="rId20" Type="http://schemas.openxmlformats.org/officeDocument/2006/relationships/image" Target="../media/image3.jpeg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20.xml"/><Relationship Id="rId19" Type="http://schemas.openxmlformats.org/officeDocument/2006/relationships/slide" Target="slide6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image" Target="../media/image1.jpeg"/><Relationship Id="rId3" Type="http://schemas.openxmlformats.org/officeDocument/2006/relationships/tags" Target="../tags/tag27.xml"/><Relationship Id="rId21" Type="http://schemas.openxmlformats.org/officeDocument/2006/relationships/image" Target="../media/image3.jpeg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image" Target="../media/image2.png"/><Relationship Id="rId2" Type="http://schemas.openxmlformats.org/officeDocument/2006/relationships/tags" Target="../tags/tag26.xml"/><Relationship Id="rId16" Type="http://schemas.openxmlformats.org/officeDocument/2006/relationships/slideLayout" Target="../slideLayouts/slideLayout1.xml"/><Relationship Id="rId20" Type="http://schemas.openxmlformats.org/officeDocument/2006/relationships/slide" Target="slide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image" Target="../media/image4.png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23" Type="http://schemas.openxmlformats.org/officeDocument/2006/relationships/slide" Target="slide11.xml"/><Relationship Id="rId10" Type="http://schemas.openxmlformats.org/officeDocument/2006/relationships/tags" Target="../tags/tag34.xml"/><Relationship Id="rId19" Type="http://schemas.openxmlformats.org/officeDocument/2006/relationships/slide" Target="slide13.xml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image" Target="../media/image1.jpeg"/><Relationship Id="rId18" Type="http://schemas.openxmlformats.org/officeDocument/2006/relationships/image" Target="../media/image4.png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image" Target="../media/image2.png"/><Relationship Id="rId17" Type="http://schemas.openxmlformats.org/officeDocument/2006/relationships/slide" Target="slide4.xml"/><Relationship Id="rId2" Type="http://schemas.openxmlformats.org/officeDocument/2006/relationships/tags" Target="../tags/tag41.xml"/><Relationship Id="rId16" Type="http://schemas.openxmlformats.org/officeDocument/2006/relationships/image" Target="../media/image3.jpeg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44.xml"/><Relationship Id="rId15" Type="http://schemas.openxmlformats.org/officeDocument/2006/relationships/slide" Target="slide6.xml"/><Relationship Id="rId10" Type="http://schemas.openxmlformats.org/officeDocument/2006/relationships/tags" Target="../tags/tag49.xml"/><Relationship Id="rId4" Type="http://schemas.openxmlformats.org/officeDocument/2006/relationships/tags" Target="../tags/tag43.xml"/><Relationship Id="rId9" Type="http://schemas.openxmlformats.org/officeDocument/2006/relationships/tags" Target="../tags/tag48.xml"/><Relationship Id="rId14" Type="http://schemas.openxmlformats.org/officeDocument/2006/relationships/slide" Target="slide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13" Type="http://schemas.openxmlformats.org/officeDocument/2006/relationships/slide" Target="slide1.xml"/><Relationship Id="rId18" Type="http://schemas.openxmlformats.org/officeDocument/2006/relationships/slide" Target="slide14.xml"/><Relationship Id="rId26" Type="http://schemas.openxmlformats.org/officeDocument/2006/relationships/image" Target="../media/image11.png"/><Relationship Id="rId3" Type="http://schemas.openxmlformats.org/officeDocument/2006/relationships/tags" Target="../tags/tag52.xml"/><Relationship Id="rId21" Type="http://schemas.openxmlformats.org/officeDocument/2006/relationships/image" Target="../media/image8.jpeg"/><Relationship Id="rId7" Type="http://schemas.openxmlformats.org/officeDocument/2006/relationships/tags" Target="../tags/tag56.xml"/><Relationship Id="rId12" Type="http://schemas.openxmlformats.org/officeDocument/2006/relationships/notesSlide" Target="../notesSlides/notesSlide1.xml"/><Relationship Id="rId17" Type="http://schemas.openxmlformats.org/officeDocument/2006/relationships/slide" Target="slide13.xml"/><Relationship Id="rId25" Type="http://schemas.openxmlformats.org/officeDocument/2006/relationships/slide" Target="slide8.xml"/><Relationship Id="rId2" Type="http://schemas.openxmlformats.org/officeDocument/2006/relationships/tags" Target="../tags/tag51.xml"/><Relationship Id="rId16" Type="http://schemas.openxmlformats.org/officeDocument/2006/relationships/image" Target="../media/image5.png"/><Relationship Id="rId20" Type="http://schemas.openxmlformats.org/officeDocument/2006/relationships/image" Target="../media/image7.jpeg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slideLayout" Target="../slideLayouts/slideLayout1.xml"/><Relationship Id="rId24" Type="http://schemas.openxmlformats.org/officeDocument/2006/relationships/image" Target="../media/image10.jpeg"/><Relationship Id="rId5" Type="http://schemas.openxmlformats.org/officeDocument/2006/relationships/tags" Target="../tags/tag54.xml"/><Relationship Id="rId15" Type="http://schemas.openxmlformats.org/officeDocument/2006/relationships/image" Target="../media/image3.jpeg"/><Relationship Id="rId23" Type="http://schemas.openxmlformats.org/officeDocument/2006/relationships/slide" Target="slide6.xml"/><Relationship Id="rId10" Type="http://schemas.openxmlformats.org/officeDocument/2006/relationships/tags" Target="../tags/tag59.xml"/><Relationship Id="rId19" Type="http://schemas.openxmlformats.org/officeDocument/2006/relationships/image" Target="../media/image6.jpeg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image" Target="../media/image2.png"/><Relationship Id="rId22" Type="http://schemas.openxmlformats.org/officeDocument/2006/relationships/image" Target="../media/image9.png"/><Relationship Id="rId27" Type="http://schemas.openxmlformats.org/officeDocument/2006/relationships/hyperlink" Target="https://pixabay.com/en/bell-notification-communication-1096280/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13" Type="http://schemas.openxmlformats.org/officeDocument/2006/relationships/slide" Target="slide1.xml"/><Relationship Id="rId18" Type="http://schemas.openxmlformats.org/officeDocument/2006/relationships/image" Target="../media/image15.jpg"/><Relationship Id="rId26" Type="http://schemas.openxmlformats.org/officeDocument/2006/relationships/image" Target="../media/image19.png"/><Relationship Id="rId3" Type="http://schemas.openxmlformats.org/officeDocument/2006/relationships/tags" Target="../tags/tag62.xml"/><Relationship Id="rId21" Type="http://schemas.openxmlformats.org/officeDocument/2006/relationships/image" Target="../media/image17.png"/><Relationship Id="rId7" Type="http://schemas.openxmlformats.org/officeDocument/2006/relationships/tags" Target="../tags/tag66.xml"/><Relationship Id="rId12" Type="http://schemas.openxmlformats.org/officeDocument/2006/relationships/notesSlide" Target="../notesSlides/notesSlide2.xml"/><Relationship Id="rId17" Type="http://schemas.openxmlformats.org/officeDocument/2006/relationships/image" Target="../media/image14.png"/><Relationship Id="rId25" Type="http://schemas.openxmlformats.org/officeDocument/2006/relationships/image" Target="../media/image9.png"/><Relationship Id="rId2" Type="http://schemas.openxmlformats.org/officeDocument/2006/relationships/tags" Target="../tags/tag61.xml"/><Relationship Id="rId16" Type="http://schemas.openxmlformats.org/officeDocument/2006/relationships/image" Target="../media/image13.jpeg"/><Relationship Id="rId20" Type="http://schemas.openxmlformats.org/officeDocument/2006/relationships/image" Target="../media/image16.png"/><Relationship Id="rId29" Type="http://schemas.openxmlformats.org/officeDocument/2006/relationships/hyperlink" Target="https://pixabay.com/en/bell-notification-communication-1096280/" TargetMode="Externa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slideLayout" Target="../slideLayouts/slideLayout1.xml"/><Relationship Id="rId24" Type="http://schemas.openxmlformats.org/officeDocument/2006/relationships/slide" Target="slide7.xml"/><Relationship Id="rId5" Type="http://schemas.openxmlformats.org/officeDocument/2006/relationships/tags" Target="../tags/tag64.xml"/><Relationship Id="rId15" Type="http://schemas.openxmlformats.org/officeDocument/2006/relationships/image" Target="../media/image12.png"/><Relationship Id="rId23" Type="http://schemas.openxmlformats.org/officeDocument/2006/relationships/image" Target="../media/image3.jpeg"/><Relationship Id="rId28" Type="http://schemas.openxmlformats.org/officeDocument/2006/relationships/image" Target="../media/image11.png"/><Relationship Id="rId10" Type="http://schemas.openxmlformats.org/officeDocument/2006/relationships/tags" Target="../tags/tag69.xml"/><Relationship Id="rId19" Type="http://schemas.openxmlformats.org/officeDocument/2006/relationships/slide" Target="slide8.xml"/><Relationship Id="rId4" Type="http://schemas.openxmlformats.org/officeDocument/2006/relationships/tags" Target="../tags/tag63.xml"/><Relationship Id="rId9" Type="http://schemas.openxmlformats.org/officeDocument/2006/relationships/tags" Target="../tags/tag68.xml"/><Relationship Id="rId14" Type="http://schemas.openxmlformats.org/officeDocument/2006/relationships/image" Target="../media/image2.png"/><Relationship Id="rId22" Type="http://schemas.openxmlformats.org/officeDocument/2006/relationships/image" Target="../media/image18.png"/><Relationship Id="rId27" Type="http://schemas.openxmlformats.org/officeDocument/2006/relationships/hyperlink" Target="https://openclipart.org/detail/116083/fwd__bubble_hand_drawn-by-rejon-177666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slide" Target="slide1.xml"/><Relationship Id="rId18" Type="http://schemas.openxmlformats.org/officeDocument/2006/relationships/image" Target="../media/image15.jpg"/><Relationship Id="rId26" Type="http://schemas.openxmlformats.org/officeDocument/2006/relationships/image" Target="../media/image19.png"/><Relationship Id="rId3" Type="http://schemas.openxmlformats.org/officeDocument/2006/relationships/tags" Target="../tags/tag72.xml"/><Relationship Id="rId21" Type="http://schemas.openxmlformats.org/officeDocument/2006/relationships/image" Target="../media/image17.png"/><Relationship Id="rId7" Type="http://schemas.openxmlformats.org/officeDocument/2006/relationships/tags" Target="../tags/tag76.xml"/><Relationship Id="rId12" Type="http://schemas.openxmlformats.org/officeDocument/2006/relationships/notesSlide" Target="../notesSlides/notesSlide3.xml"/><Relationship Id="rId17" Type="http://schemas.openxmlformats.org/officeDocument/2006/relationships/image" Target="../media/image14.png"/><Relationship Id="rId25" Type="http://schemas.openxmlformats.org/officeDocument/2006/relationships/image" Target="../media/image9.png"/><Relationship Id="rId2" Type="http://schemas.openxmlformats.org/officeDocument/2006/relationships/tags" Target="../tags/tag71.xml"/><Relationship Id="rId16" Type="http://schemas.openxmlformats.org/officeDocument/2006/relationships/image" Target="../media/image13.jpeg"/><Relationship Id="rId20" Type="http://schemas.openxmlformats.org/officeDocument/2006/relationships/image" Target="../media/image16.png"/><Relationship Id="rId29" Type="http://schemas.openxmlformats.org/officeDocument/2006/relationships/hyperlink" Target="https://pixabay.com/en/bell-notification-communication-1096280/" TargetMode="Externa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slideLayout" Target="../slideLayouts/slideLayout1.xml"/><Relationship Id="rId24" Type="http://schemas.openxmlformats.org/officeDocument/2006/relationships/slide" Target="slide6.xml"/><Relationship Id="rId5" Type="http://schemas.openxmlformats.org/officeDocument/2006/relationships/tags" Target="../tags/tag74.xml"/><Relationship Id="rId15" Type="http://schemas.openxmlformats.org/officeDocument/2006/relationships/image" Target="../media/image12.png"/><Relationship Id="rId23" Type="http://schemas.openxmlformats.org/officeDocument/2006/relationships/image" Target="../media/image3.jpeg"/><Relationship Id="rId28" Type="http://schemas.openxmlformats.org/officeDocument/2006/relationships/image" Target="../media/image11.png"/><Relationship Id="rId10" Type="http://schemas.openxmlformats.org/officeDocument/2006/relationships/tags" Target="../tags/tag79.xml"/><Relationship Id="rId19" Type="http://schemas.openxmlformats.org/officeDocument/2006/relationships/slide" Target="slide8.xml"/><Relationship Id="rId4" Type="http://schemas.openxmlformats.org/officeDocument/2006/relationships/tags" Target="../tags/tag73.xml"/><Relationship Id="rId9" Type="http://schemas.openxmlformats.org/officeDocument/2006/relationships/tags" Target="../tags/tag78.xml"/><Relationship Id="rId14" Type="http://schemas.openxmlformats.org/officeDocument/2006/relationships/image" Target="../media/image2.png"/><Relationship Id="rId22" Type="http://schemas.openxmlformats.org/officeDocument/2006/relationships/image" Target="../media/image18.png"/><Relationship Id="rId27" Type="http://schemas.openxmlformats.org/officeDocument/2006/relationships/hyperlink" Target="https://openclipart.org/detail/116083/fwd__bubble_hand_drawn-by-rejon-177666" TargetMode="External"/><Relationship Id="rId30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13" Type="http://schemas.openxmlformats.org/officeDocument/2006/relationships/slide" Target="slide1.xml"/><Relationship Id="rId18" Type="http://schemas.openxmlformats.org/officeDocument/2006/relationships/image" Target="../media/image21.jpeg"/><Relationship Id="rId26" Type="http://schemas.openxmlformats.org/officeDocument/2006/relationships/image" Target="../media/image11.png"/><Relationship Id="rId3" Type="http://schemas.openxmlformats.org/officeDocument/2006/relationships/tags" Target="../tags/tag82.xml"/><Relationship Id="rId21" Type="http://schemas.openxmlformats.org/officeDocument/2006/relationships/image" Target="../media/image23.jpeg"/><Relationship Id="rId7" Type="http://schemas.openxmlformats.org/officeDocument/2006/relationships/tags" Target="../tags/tag86.xml"/><Relationship Id="rId12" Type="http://schemas.openxmlformats.org/officeDocument/2006/relationships/notesSlide" Target="../notesSlides/notesSlide4.xml"/><Relationship Id="rId17" Type="http://schemas.openxmlformats.org/officeDocument/2006/relationships/image" Target="../media/image5.png"/><Relationship Id="rId25" Type="http://schemas.openxmlformats.org/officeDocument/2006/relationships/slide" Target="slide17.xml"/><Relationship Id="rId2" Type="http://schemas.openxmlformats.org/officeDocument/2006/relationships/tags" Target="../tags/tag81.xml"/><Relationship Id="rId16" Type="http://schemas.openxmlformats.org/officeDocument/2006/relationships/slide" Target="slide6.xml"/><Relationship Id="rId20" Type="http://schemas.openxmlformats.org/officeDocument/2006/relationships/image" Target="../media/image22.jpeg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slideLayout" Target="../slideLayouts/slideLayout1.xml"/><Relationship Id="rId24" Type="http://schemas.openxmlformats.org/officeDocument/2006/relationships/image" Target="../media/image26.jpeg"/><Relationship Id="rId5" Type="http://schemas.openxmlformats.org/officeDocument/2006/relationships/tags" Target="../tags/tag84.xml"/><Relationship Id="rId15" Type="http://schemas.openxmlformats.org/officeDocument/2006/relationships/image" Target="../media/image3.jpeg"/><Relationship Id="rId23" Type="http://schemas.openxmlformats.org/officeDocument/2006/relationships/image" Target="../media/image25.jpeg"/><Relationship Id="rId10" Type="http://schemas.openxmlformats.org/officeDocument/2006/relationships/tags" Target="../tags/tag89.xml"/><Relationship Id="rId19" Type="http://schemas.openxmlformats.org/officeDocument/2006/relationships/slide" Target="slide9.xml"/><Relationship Id="rId4" Type="http://schemas.openxmlformats.org/officeDocument/2006/relationships/tags" Target="../tags/tag83.xml"/><Relationship Id="rId9" Type="http://schemas.openxmlformats.org/officeDocument/2006/relationships/tags" Target="../tags/tag88.xml"/><Relationship Id="rId14" Type="http://schemas.openxmlformats.org/officeDocument/2006/relationships/image" Target="../media/image2.png"/><Relationship Id="rId22" Type="http://schemas.openxmlformats.org/officeDocument/2006/relationships/image" Target="../media/image24.jpeg"/><Relationship Id="rId27" Type="http://schemas.openxmlformats.org/officeDocument/2006/relationships/hyperlink" Target="https://pixabay.com/en/bell-notification-communication-1096280/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13" Type="http://schemas.openxmlformats.org/officeDocument/2006/relationships/slide" Target="slide1.xml"/><Relationship Id="rId18" Type="http://schemas.openxmlformats.org/officeDocument/2006/relationships/image" Target="../media/image11.png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12" Type="http://schemas.openxmlformats.org/officeDocument/2006/relationships/notesSlide" Target="../notesSlides/notesSlide5.xml"/><Relationship Id="rId17" Type="http://schemas.openxmlformats.org/officeDocument/2006/relationships/slide" Target="slide10.xml"/><Relationship Id="rId2" Type="http://schemas.openxmlformats.org/officeDocument/2006/relationships/tags" Target="../tags/tag91.xml"/><Relationship Id="rId16" Type="http://schemas.openxmlformats.org/officeDocument/2006/relationships/image" Target="../media/image27.png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94.xml"/><Relationship Id="rId15" Type="http://schemas.openxmlformats.org/officeDocument/2006/relationships/image" Target="../media/image3.jpeg"/><Relationship Id="rId10" Type="http://schemas.openxmlformats.org/officeDocument/2006/relationships/tags" Target="../tags/tag99.xml"/><Relationship Id="rId19" Type="http://schemas.openxmlformats.org/officeDocument/2006/relationships/hyperlink" Target="https://pixabay.com/en/bell-notification-communication-1096280/" TargetMode="External"/><Relationship Id="rId4" Type="http://schemas.openxmlformats.org/officeDocument/2006/relationships/tags" Target="../tags/tag93.xml"/><Relationship Id="rId9" Type="http://schemas.openxmlformats.org/officeDocument/2006/relationships/tags" Target="../tags/tag98.xml"/><Relationship Id="rId1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13" Type="http://schemas.openxmlformats.org/officeDocument/2006/relationships/image" Target="../media/image2.png"/><Relationship Id="rId18" Type="http://schemas.openxmlformats.org/officeDocument/2006/relationships/slide" Target="slide1.xml"/><Relationship Id="rId3" Type="http://schemas.openxmlformats.org/officeDocument/2006/relationships/tags" Target="../tags/tag102.xml"/><Relationship Id="rId7" Type="http://schemas.openxmlformats.org/officeDocument/2006/relationships/tags" Target="../tags/tag106.xml"/><Relationship Id="rId12" Type="http://schemas.openxmlformats.org/officeDocument/2006/relationships/notesSlide" Target="../notesSlides/notesSlide6.xml"/><Relationship Id="rId17" Type="http://schemas.openxmlformats.org/officeDocument/2006/relationships/image" Target="../media/image20.png"/><Relationship Id="rId2" Type="http://schemas.openxmlformats.org/officeDocument/2006/relationships/tags" Target="../tags/tag101.xml"/><Relationship Id="rId16" Type="http://schemas.openxmlformats.org/officeDocument/2006/relationships/slide" Target="slide10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104.xml"/><Relationship Id="rId15" Type="http://schemas.openxmlformats.org/officeDocument/2006/relationships/image" Target="../media/image27.png"/><Relationship Id="rId10" Type="http://schemas.openxmlformats.org/officeDocument/2006/relationships/tags" Target="../tags/tag109.xml"/><Relationship Id="rId4" Type="http://schemas.openxmlformats.org/officeDocument/2006/relationships/tags" Target="../tags/tag103.xml"/><Relationship Id="rId9" Type="http://schemas.openxmlformats.org/officeDocument/2006/relationships/tags" Target="../tags/tag108.xml"/><Relationship Id="rId1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17.xml"/><Relationship Id="rId13" Type="http://schemas.openxmlformats.org/officeDocument/2006/relationships/slide" Target="slide1.xml"/><Relationship Id="rId18" Type="http://schemas.openxmlformats.org/officeDocument/2006/relationships/image" Target="../media/image21.jpeg"/><Relationship Id="rId3" Type="http://schemas.openxmlformats.org/officeDocument/2006/relationships/tags" Target="../tags/tag112.xml"/><Relationship Id="rId21" Type="http://schemas.openxmlformats.org/officeDocument/2006/relationships/image" Target="../media/image28.jpeg"/><Relationship Id="rId7" Type="http://schemas.openxmlformats.org/officeDocument/2006/relationships/tags" Target="../tags/tag116.xml"/><Relationship Id="rId12" Type="http://schemas.openxmlformats.org/officeDocument/2006/relationships/notesSlide" Target="../notesSlides/notesSlide7.xml"/><Relationship Id="rId17" Type="http://schemas.openxmlformats.org/officeDocument/2006/relationships/slide" Target="slide13.xml"/><Relationship Id="rId25" Type="http://schemas.openxmlformats.org/officeDocument/2006/relationships/hyperlink" Target="https://pixabay.com/en/bell-notification-communication-1096280/" TargetMode="External"/><Relationship Id="rId2" Type="http://schemas.openxmlformats.org/officeDocument/2006/relationships/tags" Target="../tags/tag111.xml"/><Relationship Id="rId16" Type="http://schemas.openxmlformats.org/officeDocument/2006/relationships/image" Target="../media/image5.png"/><Relationship Id="rId20" Type="http://schemas.openxmlformats.org/officeDocument/2006/relationships/image" Target="../media/image8.jpeg"/><Relationship Id="rId1" Type="http://schemas.openxmlformats.org/officeDocument/2006/relationships/tags" Target="../tags/tag110.xml"/><Relationship Id="rId6" Type="http://schemas.openxmlformats.org/officeDocument/2006/relationships/tags" Target="../tags/tag115.xml"/><Relationship Id="rId11" Type="http://schemas.openxmlformats.org/officeDocument/2006/relationships/slideLayout" Target="../slideLayouts/slideLayout1.xml"/><Relationship Id="rId24" Type="http://schemas.openxmlformats.org/officeDocument/2006/relationships/image" Target="../media/image11.png"/><Relationship Id="rId5" Type="http://schemas.openxmlformats.org/officeDocument/2006/relationships/tags" Target="../tags/tag114.xml"/><Relationship Id="rId15" Type="http://schemas.openxmlformats.org/officeDocument/2006/relationships/image" Target="../media/image3.jpeg"/><Relationship Id="rId23" Type="http://schemas.openxmlformats.org/officeDocument/2006/relationships/image" Target="../media/image30.jpeg"/><Relationship Id="rId10" Type="http://schemas.openxmlformats.org/officeDocument/2006/relationships/tags" Target="../tags/tag119.xml"/><Relationship Id="rId19" Type="http://schemas.openxmlformats.org/officeDocument/2006/relationships/slide" Target="slide12.xml"/><Relationship Id="rId4" Type="http://schemas.openxmlformats.org/officeDocument/2006/relationships/tags" Target="../tags/tag113.xml"/><Relationship Id="rId9" Type="http://schemas.openxmlformats.org/officeDocument/2006/relationships/tags" Target="../tags/tag118.xml"/><Relationship Id="rId14" Type="http://schemas.openxmlformats.org/officeDocument/2006/relationships/image" Target="../media/image2.png"/><Relationship Id="rId22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13" Type="http://schemas.openxmlformats.org/officeDocument/2006/relationships/slide" Target="slide1.xml"/><Relationship Id="rId18" Type="http://schemas.openxmlformats.org/officeDocument/2006/relationships/image" Target="../media/image21.jpeg"/><Relationship Id="rId26" Type="http://schemas.openxmlformats.org/officeDocument/2006/relationships/hyperlink" Target="https://pixabay.com/en/bell-notification-communication-1096280/" TargetMode="External"/><Relationship Id="rId3" Type="http://schemas.openxmlformats.org/officeDocument/2006/relationships/tags" Target="../tags/tag122.xml"/><Relationship Id="rId21" Type="http://schemas.openxmlformats.org/officeDocument/2006/relationships/image" Target="../media/image28.jpeg"/><Relationship Id="rId7" Type="http://schemas.openxmlformats.org/officeDocument/2006/relationships/tags" Target="../tags/tag126.xml"/><Relationship Id="rId12" Type="http://schemas.openxmlformats.org/officeDocument/2006/relationships/notesSlide" Target="../notesSlides/notesSlide8.xml"/><Relationship Id="rId17" Type="http://schemas.openxmlformats.org/officeDocument/2006/relationships/slide" Target="slide13.xml"/><Relationship Id="rId25" Type="http://schemas.openxmlformats.org/officeDocument/2006/relationships/image" Target="../media/image11.png"/><Relationship Id="rId2" Type="http://schemas.openxmlformats.org/officeDocument/2006/relationships/tags" Target="../tags/tag121.xml"/><Relationship Id="rId16" Type="http://schemas.openxmlformats.org/officeDocument/2006/relationships/image" Target="../media/image5.png"/><Relationship Id="rId20" Type="http://schemas.openxmlformats.org/officeDocument/2006/relationships/image" Target="../media/image8.jpeg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11" Type="http://schemas.openxmlformats.org/officeDocument/2006/relationships/slideLayout" Target="../slideLayouts/slideLayout1.xml"/><Relationship Id="rId24" Type="http://schemas.openxmlformats.org/officeDocument/2006/relationships/image" Target="../media/image30.jpeg"/><Relationship Id="rId5" Type="http://schemas.openxmlformats.org/officeDocument/2006/relationships/tags" Target="../tags/tag124.xml"/><Relationship Id="rId15" Type="http://schemas.openxmlformats.org/officeDocument/2006/relationships/image" Target="../media/image3.jpeg"/><Relationship Id="rId23" Type="http://schemas.openxmlformats.org/officeDocument/2006/relationships/slide" Target="slide14.xml"/><Relationship Id="rId28" Type="http://schemas.openxmlformats.org/officeDocument/2006/relationships/slide" Target="slide11.xml"/><Relationship Id="rId10" Type="http://schemas.openxmlformats.org/officeDocument/2006/relationships/tags" Target="../tags/tag129.xml"/><Relationship Id="rId19" Type="http://schemas.openxmlformats.org/officeDocument/2006/relationships/slide" Target="slide15.xml"/><Relationship Id="rId4" Type="http://schemas.openxmlformats.org/officeDocument/2006/relationships/tags" Target="../tags/tag123.xml"/><Relationship Id="rId9" Type="http://schemas.openxmlformats.org/officeDocument/2006/relationships/tags" Target="../tags/tag128.xml"/><Relationship Id="rId14" Type="http://schemas.openxmlformats.org/officeDocument/2006/relationships/image" Target="../media/image2.png"/><Relationship Id="rId22" Type="http://schemas.openxmlformats.org/officeDocument/2006/relationships/image" Target="../media/image29.png"/><Relationship Id="rId27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37.xml"/><Relationship Id="rId13" Type="http://schemas.openxmlformats.org/officeDocument/2006/relationships/slide" Target="slide1.xml"/><Relationship Id="rId18" Type="http://schemas.openxmlformats.org/officeDocument/2006/relationships/image" Target="../media/image29.png"/><Relationship Id="rId26" Type="http://schemas.openxmlformats.org/officeDocument/2006/relationships/hyperlink" Target="https://www.freepngimg.com/png/70896-icons-money-bill-dollar-computer-bank-stock" TargetMode="External"/><Relationship Id="rId3" Type="http://schemas.openxmlformats.org/officeDocument/2006/relationships/tags" Target="../tags/tag132.xml"/><Relationship Id="rId21" Type="http://schemas.openxmlformats.org/officeDocument/2006/relationships/image" Target="../media/image33.png"/><Relationship Id="rId7" Type="http://schemas.openxmlformats.org/officeDocument/2006/relationships/tags" Target="../tags/tag136.xml"/><Relationship Id="rId12" Type="http://schemas.openxmlformats.org/officeDocument/2006/relationships/notesSlide" Target="../notesSlides/notesSlide9.xml"/><Relationship Id="rId17" Type="http://schemas.openxmlformats.org/officeDocument/2006/relationships/image" Target="../media/image31.png"/><Relationship Id="rId25" Type="http://schemas.openxmlformats.org/officeDocument/2006/relationships/image" Target="../media/image35.png"/><Relationship Id="rId2" Type="http://schemas.openxmlformats.org/officeDocument/2006/relationships/tags" Target="../tags/tag131.xml"/><Relationship Id="rId16" Type="http://schemas.openxmlformats.org/officeDocument/2006/relationships/image" Target="../media/image13.jpeg"/><Relationship Id="rId20" Type="http://schemas.openxmlformats.org/officeDocument/2006/relationships/image" Target="../media/image32.jpeg"/><Relationship Id="rId1" Type="http://schemas.openxmlformats.org/officeDocument/2006/relationships/tags" Target="../tags/tag130.xml"/><Relationship Id="rId6" Type="http://schemas.openxmlformats.org/officeDocument/2006/relationships/tags" Target="../tags/tag135.xml"/><Relationship Id="rId11" Type="http://schemas.openxmlformats.org/officeDocument/2006/relationships/slideLayout" Target="../slideLayouts/slideLayout1.xml"/><Relationship Id="rId24" Type="http://schemas.openxmlformats.org/officeDocument/2006/relationships/hyperlink" Target="https://pixabay.com/en/bell-notification-communication-1096280/" TargetMode="External"/><Relationship Id="rId5" Type="http://schemas.openxmlformats.org/officeDocument/2006/relationships/tags" Target="../tags/tag134.xml"/><Relationship Id="rId15" Type="http://schemas.openxmlformats.org/officeDocument/2006/relationships/image" Target="../media/image3.jpeg"/><Relationship Id="rId23" Type="http://schemas.openxmlformats.org/officeDocument/2006/relationships/image" Target="../media/image11.png"/><Relationship Id="rId10" Type="http://schemas.openxmlformats.org/officeDocument/2006/relationships/tags" Target="../tags/tag139.xml"/><Relationship Id="rId19" Type="http://schemas.openxmlformats.org/officeDocument/2006/relationships/slide" Target="slide14.xml"/><Relationship Id="rId4" Type="http://schemas.openxmlformats.org/officeDocument/2006/relationships/tags" Target="../tags/tag133.xml"/><Relationship Id="rId9" Type="http://schemas.openxmlformats.org/officeDocument/2006/relationships/tags" Target="../tags/tag138.xml"/><Relationship Id="rId14" Type="http://schemas.openxmlformats.org/officeDocument/2006/relationships/image" Target="../media/image2.png"/><Relationship Id="rId22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47.xml"/><Relationship Id="rId13" Type="http://schemas.openxmlformats.org/officeDocument/2006/relationships/slide" Target="slide1.xml"/><Relationship Id="rId18" Type="http://schemas.openxmlformats.org/officeDocument/2006/relationships/image" Target="../media/image21.jpeg"/><Relationship Id="rId3" Type="http://schemas.openxmlformats.org/officeDocument/2006/relationships/tags" Target="../tags/tag142.xml"/><Relationship Id="rId21" Type="http://schemas.openxmlformats.org/officeDocument/2006/relationships/image" Target="../media/image8.jpeg"/><Relationship Id="rId7" Type="http://schemas.openxmlformats.org/officeDocument/2006/relationships/tags" Target="../tags/tag146.xml"/><Relationship Id="rId12" Type="http://schemas.openxmlformats.org/officeDocument/2006/relationships/notesSlide" Target="../notesSlides/notesSlide10.xml"/><Relationship Id="rId17" Type="http://schemas.openxmlformats.org/officeDocument/2006/relationships/slide" Target="slide13.xml"/><Relationship Id="rId2" Type="http://schemas.openxmlformats.org/officeDocument/2006/relationships/tags" Target="../tags/tag141.xml"/><Relationship Id="rId16" Type="http://schemas.openxmlformats.org/officeDocument/2006/relationships/image" Target="../media/image5.png"/><Relationship Id="rId20" Type="http://schemas.openxmlformats.org/officeDocument/2006/relationships/image" Target="../media/image6.jpeg"/><Relationship Id="rId1" Type="http://schemas.openxmlformats.org/officeDocument/2006/relationships/tags" Target="../tags/tag140.xml"/><Relationship Id="rId6" Type="http://schemas.openxmlformats.org/officeDocument/2006/relationships/tags" Target="../tags/tag145.xml"/><Relationship Id="rId11" Type="http://schemas.openxmlformats.org/officeDocument/2006/relationships/slideLayout" Target="../slideLayouts/slideLayout1.xml"/><Relationship Id="rId24" Type="http://schemas.openxmlformats.org/officeDocument/2006/relationships/hyperlink" Target="https://pixabay.com/en/bell-notification-communication-1096280/" TargetMode="External"/><Relationship Id="rId5" Type="http://schemas.openxmlformats.org/officeDocument/2006/relationships/tags" Target="../tags/tag144.xml"/><Relationship Id="rId15" Type="http://schemas.openxmlformats.org/officeDocument/2006/relationships/image" Target="../media/image3.jpeg"/><Relationship Id="rId23" Type="http://schemas.openxmlformats.org/officeDocument/2006/relationships/image" Target="../media/image11.png"/><Relationship Id="rId10" Type="http://schemas.openxmlformats.org/officeDocument/2006/relationships/tags" Target="../tags/tag149.xml"/><Relationship Id="rId19" Type="http://schemas.openxmlformats.org/officeDocument/2006/relationships/slide" Target="slide15.xml"/><Relationship Id="rId4" Type="http://schemas.openxmlformats.org/officeDocument/2006/relationships/tags" Target="../tags/tag143.xml"/><Relationship Id="rId9" Type="http://schemas.openxmlformats.org/officeDocument/2006/relationships/tags" Target="../tags/tag148.xml"/><Relationship Id="rId14" Type="http://schemas.openxmlformats.org/officeDocument/2006/relationships/image" Target="../media/image2.png"/><Relationship Id="rId22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57.xml"/><Relationship Id="rId13" Type="http://schemas.openxmlformats.org/officeDocument/2006/relationships/slide" Target="slide1.xml"/><Relationship Id="rId18" Type="http://schemas.openxmlformats.org/officeDocument/2006/relationships/image" Target="../media/image21.jpeg"/><Relationship Id="rId3" Type="http://schemas.openxmlformats.org/officeDocument/2006/relationships/tags" Target="../tags/tag152.xml"/><Relationship Id="rId21" Type="http://schemas.openxmlformats.org/officeDocument/2006/relationships/image" Target="../media/image8.jpeg"/><Relationship Id="rId7" Type="http://schemas.openxmlformats.org/officeDocument/2006/relationships/tags" Target="../tags/tag156.xml"/><Relationship Id="rId12" Type="http://schemas.openxmlformats.org/officeDocument/2006/relationships/notesSlide" Target="../notesSlides/notesSlide11.xml"/><Relationship Id="rId17" Type="http://schemas.openxmlformats.org/officeDocument/2006/relationships/slide" Target="slide13.xml"/><Relationship Id="rId25" Type="http://schemas.openxmlformats.org/officeDocument/2006/relationships/slide" Target="slide16.xml"/><Relationship Id="rId2" Type="http://schemas.openxmlformats.org/officeDocument/2006/relationships/tags" Target="../tags/tag151.xml"/><Relationship Id="rId16" Type="http://schemas.openxmlformats.org/officeDocument/2006/relationships/image" Target="../media/image5.png"/><Relationship Id="rId20" Type="http://schemas.openxmlformats.org/officeDocument/2006/relationships/image" Target="../media/image6.jpeg"/><Relationship Id="rId1" Type="http://schemas.openxmlformats.org/officeDocument/2006/relationships/tags" Target="../tags/tag150.xml"/><Relationship Id="rId6" Type="http://schemas.openxmlformats.org/officeDocument/2006/relationships/tags" Target="../tags/tag155.xml"/><Relationship Id="rId11" Type="http://schemas.openxmlformats.org/officeDocument/2006/relationships/slideLayout" Target="../slideLayouts/slideLayout1.xml"/><Relationship Id="rId24" Type="http://schemas.openxmlformats.org/officeDocument/2006/relationships/hyperlink" Target="https://pixabay.com/en/bell-notification-communication-1096280/" TargetMode="External"/><Relationship Id="rId5" Type="http://schemas.openxmlformats.org/officeDocument/2006/relationships/tags" Target="../tags/tag154.xml"/><Relationship Id="rId15" Type="http://schemas.openxmlformats.org/officeDocument/2006/relationships/image" Target="../media/image3.jpeg"/><Relationship Id="rId23" Type="http://schemas.openxmlformats.org/officeDocument/2006/relationships/image" Target="../media/image11.png"/><Relationship Id="rId10" Type="http://schemas.openxmlformats.org/officeDocument/2006/relationships/tags" Target="../tags/tag159.xml"/><Relationship Id="rId19" Type="http://schemas.openxmlformats.org/officeDocument/2006/relationships/slide" Target="slide15.xml"/><Relationship Id="rId4" Type="http://schemas.openxmlformats.org/officeDocument/2006/relationships/tags" Target="../tags/tag153.xml"/><Relationship Id="rId9" Type="http://schemas.openxmlformats.org/officeDocument/2006/relationships/tags" Target="../tags/tag158.xml"/><Relationship Id="rId14" Type="http://schemas.openxmlformats.org/officeDocument/2006/relationships/image" Target="../media/image2.png"/><Relationship Id="rId22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67.xml"/><Relationship Id="rId13" Type="http://schemas.openxmlformats.org/officeDocument/2006/relationships/slide" Target="slide1.xml"/><Relationship Id="rId18" Type="http://schemas.openxmlformats.org/officeDocument/2006/relationships/image" Target="../media/image21.jpeg"/><Relationship Id="rId3" Type="http://schemas.openxmlformats.org/officeDocument/2006/relationships/tags" Target="../tags/tag162.xml"/><Relationship Id="rId21" Type="http://schemas.openxmlformats.org/officeDocument/2006/relationships/image" Target="../media/image8.jpeg"/><Relationship Id="rId7" Type="http://schemas.openxmlformats.org/officeDocument/2006/relationships/tags" Target="../tags/tag166.xml"/><Relationship Id="rId12" Type="http://schemas.openxmlformats.org/officeDocument/2006/relationships/notesSlide" Target="../notesSlides/notesSlide12.xml"/><Relationship Id="rId17" Type="http://schemas.openxmlformats.org/officeDocument/2006/relationships/slide" Target="slide13.xml"/><Relationship Id="rId25" Type="http://schemas.openxmlformats.org/officeDocument/2006/relationships/image" Target="../media/image20.png"/><Relationship Id="rId2" Type="http://schemas.openxmlformats.org/officeDocument/2006/relationships/tags" Target="../tags/tag161.xml"/><Relationship Id="rId16" Type="http://schemas.openxmlformats.org/officeDocument/2006/relationships/image" Target="../media/image5.png"/><Relationship Id="rId20" Type="http://schemas.openxmlformats.org/officeDocument/2006/relationships/image" Target="../media/image6.jpeg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slideLayout" Target="../slideLayouts/slideLayout1.xml"/><Relationship Id="rId24" Type="http://schemas.openxmlformats.org/officeDocument/2006/relationships/hyperlink" Target="https://pixabay.com/en/bell-notification-communication-1096280/" TargetMode="External"/><Relationship Id="rId5" Type="http://schemas.openxmlformats.org/officeDocument/2006/relationships/tags" Target="../tags/tag164.xml"/><Relationship Id="rId15" Type="http://schemas.openxmlformats.org/officeDocument/2006/relationships/image" Target="../media/image3.jpeg"/><Relationship Id="rId23" Type="http://schemas.openxmlformats.org/officeDocument/2006/relationships/image" Target="../media/image11.png"/><Relationship Id="rId10" Type="http://schemas.openxmlformats.org/officeDocument/2006/relationships/tags" Target="../tags/tag169.xml"/><Relationship Id="rId19" Type="http://schemas.openxmlformats.org/officeDocument/2006/relationships/slide" Target="slide15.xml"/><Relationship Id="rId4" Type="http://schemas.openxmlformats.org/officeDocument/2006/relationships/tags" Target="../tags/tag163.xml"/><Relationship Id="rId9" Type="http://schemas.openxmlformats.org/officeDocument/2006/relationships/tags" Target="../tags/tag168.xml"/><Relationship Id="rId14" Type="http://schemas.openxmlformats.org/officeDocument/2006/relationships/image" Target="../media/image2.png"/><Relationship Id="rId22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77.xml"/><Relationship Id="rId13" Type="http://schemas.openxmlformats.org/officeDocument/2006/relationships/slide" Target="slide1.xml"/><Relationship Id="rId18" Type="http://schemas.openxmlformats.org/officeDocument/2006/relationships/image" Target="../media/image21.jpeg"/><Relationship Id="rId26" Type="http://schemas.openxmlformats.org/officeDocument/2006/relationships/image" Target="../media/image11.png"/><Relationship Id="rId3" Type="http://schemas.openxmlformats.org/officeDocument/2006/relationships/tags" Target="../tags/tag172.xml"/><Relationship Id="rId21" Type="http://schemas.openxmlformats.org/officeDocument/2006/relationships/image" Target="../media/image23.jpeg"/><Relationship Id="rId7" Type="http://schemas.openxmlformats.org/officeDocument/2006/relationships/tags" Target="../tags/tag176.xml"/><Relationship Id="rId12" Type="http://schemas.openxmlformats.org/officeDocument/2006/relationships/notesSlide" Target="../notesSlides/notesSlide13.xml"/><Relationship Id="rId17" Type="http://schemas.openxmlformats.org/officeDocument/2006/relationships/image" Target="../media/image5.png"/><Relationship Id="rId25" Type="http://schemas.openxmlformats.org/officeDocument/2006/relationships/slide" Target="slide17.xml"/><Relationship Id="rId2" Type="http://schemas.openxmlformats.org/officeDocument/2006/relationships/tags" Target="../tags/tag171.xml"/><Relationship Id="rId16" Type="http://schemas.openxmlformats.org/officeDocument/2006/relationships/slide" Target="slide6.xml"/><Relationship Id="rId20" Type="http://schemas.openxmlformats.org/officeDocument/2006/relationships/image" Target="../media/image22.jpeg"/><Relationship Id="rId29" Type="http://schemas.openxmlformats.org/officeDocument/2006/relationships/slide" Target="slide19.xml"/><Relationship Id="rId1" Type="http://schemas.openxmlformats.org/officeDocument/2006/relationships/tags" Target="../tags/tag170.xml"/><Relationship Id="rId6" Type="http://schemas.openxmlformats.org/officeDocument/2006/relationships/tags" Target="../tags/tag175.xml"/><Relationship Id="rId11" Type="http://schemas.openxmlformats.org/officeDocument/2006/relationships/slideLayout" Target="../slideLayouts/slideLayout1.xml"/><Relationship Id="rId24" Type="http://schemas.openxmlformats.org/officeDocument/2006/relationships/image" Target="../media/image26.jpeg"/><Relationship Id="rId5" Type="http://schemas.openxmlformats.org/officeDocument/2006/relationships/tags" Target="../tags/tag174.xml"/><Relationship Id="rId15" Type="http://schemas.openxmlformats.org/officeDocument/2006/relationships/image" Target="../media/image3.jpeg"/><Relationship Id="rId23" Type="http://schemas.openxmlformats.org/officeDocument/2006/relationships/image" Target="../media/image25.jpeg"/><Relationship Id="rId28" Type="http://schemas.openxmlformats.org/officeDocument/2006/relationships/slide" Target="slide18.xml"/><Relationship Id="rId10" Type="http://schemas.openxmlformats.org/officeDocument/2006/relationships/tags" Target="../tags/tag179.xml"/><Relationship Id="rId19" Type="http://schemas.openxmlformats.org/officeDocument/2006/relationships/slide" Target="slide9.xml"/><Relationship Id="rId4" Type="http://schemas.openxmlformats.org/officeDocument/2006/relationships/tags" Target="../tags/tag173.xml"/><Relationship Id="rId9" Type="http://schemas.openxmlformats.org/officeDocument/2006/relationships/tags" Target="../tags/tag178.xml"/><Relationship Id="rId14" Type="http://schemas.openxmlformats.org/officeDocument/2006/relationships/image" Target="../media/image2.png"/><Relationship Id="rId22" Type="http://schemas.openxmlformats.org/officeDocument/2006/relationships/image" Target="../media/image24.jpeg"/><Relationship Id="rId27" Type="http://schemas.openxmlformats.org/officeDocument/2006/relationships/hyperlink" Target="https://pixabay.com/en/bell-notification-communication-1096280/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87.xml"/><Relationship Id="rId13" Type="http://schemas.openxmlformats.org/officeDocument/2006/relationships/slide" Target="slide1.xml"/><Relationship Id="rId18" Type="http://schemas.openxmlformats.org/officeDocument/2006/relationships/image" Target="../media/image21.jpeg"/><Relationship Id="rId26" Type="http://schemas.openxmlformats.org/officeDocument/2006/relationships/image" Target="../media/image11.png"/><Relationship Id="rId3" Type="http://schemas.openxmlformats.org/officeDocument/2006/relationships/tags" Target="../tags/tag182.xml"/><Relationship Id="rId21" Type="http://schemas.openxmlformats.org/officeDocument/2006/relationships/image" Target="../media/image23.jpeg"/><Relationship Id="rId7" Type="http://schemas.openxmlformats.org/officeDocument/2006/relationships/tags" Target="../tags/tag186.xml"/><Relationship Id="rId12" Type="http://schemas.openxmlformats.org/officeDocument/2006/relationships/notesSlide" Target="../notesSlides/notesSlide14.xml"/><Relationship Id="rId17" Type="http://schemas.openxmlformats.org/officeDocument/2006/relationships/image" Target="../media/image5.png"/><Relationship Id="rId25" Type="http://schemas.openxmlformats.org/officeDocument/2006/relationships/slide" Target="slide17.xml"/><Relationship Id="rId2" Type="http://schemas.openxmlformats.org/officeDocument/2006/relationships/tags" Target="../tags/tag181.xml"/><Relationship Id="rId16" Type="http://schemas.openxmlformats.org/officeDocument/2006/relationships/slide" Target="slide6.xml"/><Relationship Id="rId20" Type="http://schemas.openxmlformats.org/officeDocument/2006/relationships/image" Target="../media/image22.jpeg"/><Relationship Id="rId1" Type="http://schemas.openxmlformats.org/officeDocument/2006/relationships/tags" Target="../tags/tag180.xml"/><Relationship Id="rId6" Type="http://schemas.openxmlformats.org/officeDocument/2006/relationships/tags" Target="../tags/tag185.xml"/><Relationship Id="rId11" Type="http://schemas.openxmlformats.org/officeDocument/2006/relationships/slideLayout" Target="../slideLayouts/slideLayout1.xml"/><Relationship Id="rId24" Type="http://schemas.openxmlformats.org/officeDocument/2006/relationships/image" Target="../media/image26.jpeg"/><Relationship Id="rId5" Type="http://schemas.openxmlformats.org/officeDocument/2006/relationships/tags" Target="../tags/tag184.xml"/><Relationship Id="rId15" Type="http://schemas.openxmlformats.org/officeDocument/2006/relationships/image" Target="../media/image3.jpeg"/><Relationship Id="rId23" Type="http://schemas.openxmlformats.org/officeDocument/2006/relationships/image" Target="../media/image25.jpeg"/><Relationship Id="rId28" Type="http://schemas.openxmlformats.org/officeDocument/2006/relationships/image" Target="../media/image20.png"/><Relationship Id="rId10" Type="http://schemas.openxmlformats.org/officeDocument/2006/relationships/tags" Target="../tags/tag189.xml"/><Relationship Id="rId19" Type="http://schemas.openxmlformats.org/officeDocument/2006/relationships/slide" Target="slide9.xml"/><Relationship Id="rId4" Type="http://schemas.openxmlformats.org/officeDocument/2006/relationships/tags" Target="../tags/tag183.xml"/><Relationship Id="rId9" Type="http://schemas.openxmlformats.org/officeDocument/2006/relationships/tags" Target="../tags/tag188.xml"/><Relationship Id="rId14" Type="http://schemas.openxmlformats.org/officeDocument/2006/relationships/image" Target="../media/image2.png"/><Relationship Id="rId22" Type="http://schemas.openxmlformats.org/officeDocument/2006/relationships/image" Target="../media/image24.jpeg"/><Relationship Id="rId27" Type="http://schemas.openxmlformats.org/officeDocument/2006/relationships/hyperlink" Target="https://pixabay.com/en/bell-notification-communication-1096280/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197.xml"/><Relationship Id="rId13" Type="http://schemas.openxmlformats.org/officeDocument/2006/relationships/slide" Target="slide1.xml"/><Relationship Id="rId18" Type="http://schemas.openxmlformats.org/officeDocument/2006/relationships/image" Target="../media/image21.jpeg"/><Relationship Id="rId26" Type="http://schemas.openxmlformats.org/officeDocument/2006/relationships/image" Target="../media/image11.png"/><Relationship Id="rId3" Type="http://schemas.openxmlformats.org/officeDocument/2006/relationships/tags" Target="../tags/tag192.xml"/><Relationship Id="rId21" Type="http://schemas.openxmlformats.org/officeDocument/2006/relationships/image" Target="../media/image23.jpeg"/><Relationship Id="rId7" Type="http://schemas.openxmlformats.org/officeDocument/2006/relationships/tags" Target="../tags/tag196.xml"/><Relationship Id="rId12" Type="http://schemas.openxmlformats.org/officeDocument/2006/relationships/notesSlide" Target="../notesSlides/notesSlide15.xml"/><Relationship Id="rId17" Type="http://schemas.openxmlformats.org/officeDocument/2006/relationships/image" Target="../media/image5.png"/><Relationship Id="rId25" Type="http://schemas.openxmlformats.org/officeDocument/2006/relationships/slide" Target="slide17.xml"/><Relationship Id="rId2" Type="http://schemas.openxmlformats.org/officeDocument/2006/relationships/tags" Target="../tags/tag191.xml"/><Relationship Id="rId16" Type="http://schemas.openxmlformats.org/officeDocument/2006/relationships/slide" Target="slide6.xml"/><Relationship Id="rId20" Type="http://schemas.openxmlformats.org/officeDocument/2006/relationships/image" Target="../media/image22.jpeg"/><Relationship Id="rId29" Type="http://schemas.openxmlformats.org/officeDocument/2006/relationships/slide" Target="slide8.xml"/><Relationship Id="rId1" Type="http://schemas.openxmlformats.org/officeDocument/2006/relationships/tags" Target="../tags/tag190.xml"/><Relationship Id="rId6" Type="http://schemas.openxmlformats.org/officeDocument/2006/relationships/tags" Target="../tags/tag195.xml"/><Relationship Id="rId11" Type="http://schemas.openxmlformats.org/officeDocument/2006/relationships/slideLayout" Target="../slideLayouts/slideLayout1.xml"/><Relationship Id="rId24" Type="http://schemas.openxmlformats.org/officeDocument/2006/relationships/image" Target="../media/image26.jpeg"/><Relationship Id="rId5" Type="http://schemas.openxmlformats.org/officeDocument/2006/relationships/tags" Target="../tags/tag194.xml"/><Relationship Id="rId15" Type="http://schemas.openxmlformats.org/officeDocument/2006/relationships/image" Target="../media/image3.jpeg"/><Relationship Id="rId23" Type="http://schemas.openxmlformats.org/officeDocument/2006/relationships/image" Target="../media/image25.jpeg"/><Relationship Id="rId28" Type="http://schemas.openxmlformats.org/officeDocument/2006/relationships/image" Target="../media/image20.png"/><Relationship Id="rId10" Type="http://schemas.openxmlformats.org/officeDocument/2006/relationships/tags" Target="../tags/tag199.xml"/><Relationship Id="rId19" Type="http://schemas.openxmlformats.org/officeDocument/2006/relationships/slide" Target="slide9.xml"/><Relationship Id="rId4" Type="http://schemas.openxmlformats.org/officeDocument/2006/relationships/tags" Target="../tags/tag193.xml"/><Relationship Id="rId9" Type="http://schemas.openxmlformats.org/officeDocument/2006/relationships/tags" Target="../tags/tag198.xml"/><Relationship Id="rId14" Type="http://schemas.openxmlformats.org/officeDocument/2006/relationships/image" Target="../media/image2.png"/><Relationship Id="rId22" Type="http://schemas.openxmlformats.org/officeDocument/2006/relationships/image" Target="../media/image24.jpeg"/><Relationship Id="rId27" Type="http://schemas.openxmlformats.org/officeDocument/2006/relationships/hyperlink" Target="https://pixabay.com/en/bell-notification-communication-109628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Browser" descr="&lt;SmartSettings&gt;&lt;SmartResize enabled=&quot;True&quot; minWidth=&quot;140&quot; minHeight=&quot;5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-16574" y="-8423"/>
            <a:ext cx="12208573" cy="6866424"/>
            <a:chOff x="595684" y="1261241"/>
            <a:chExt cx="6668462" cy="4352545"/>
          </a:xfrm>
        </p:grpSpPr>
        <p:sp>
          <p:nvSpPr>
            <p:cNvPr id="6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595684" y="1600363"/>
              <a:ext cx="6668462" cy="401342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595685" y="1261241"/>
              <a:ext cx="6668461" cy="3404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8" name="Menu Button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134212" y="1456200"/>
              <a:ext cx="81508" cy="71447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" name="Close Button" descr="&lt;SmartSettings&gt;&lt;SmartResize anchorLeft=&quot;None&quot; anchorTop=&quot;Absolute&quot; anchorRight=&quot;Absolute&quot; anchorBottom=&quot;None&quot; /&gt;&lt;/SmartSettings&gt;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148958" y="1306404"/>
              <a:ext cx="53761" cy="60378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" name="Address Box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6"/>
              </p:custDataLst>
            </p:nvPr>
          </p:nvSpPr>
          <p:spPr>
            <a:xfrm>
              <a:off x="1088867" y="1416571"/>
              <a:ext cx="5996919" cy="150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www.cuidandoapancho.com</a:t>
              </a:r>
            </a:p>
          </p:txBody>
        </p:sp>
        <p:sp>
          <p:nvSpPr>
            <p:cNvPr id="11" name="Document Icon" descr="&lt;SmartSettings&gt;&lt;SmartResize anchorLeft=&quot;Absolute&quot; anchorTop=&quot;Absolute&quot; anchorRight=&quot;None&quot; anchorBottom=&quot;None&quot; /&gt;&lt;/SmartSettings&gt;"/>
            <p:cNvSpPr>
              <a:spLocks noChangeAspect="1"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1130447" y="1449659"/>
              <a:ext cx="51160" cy="84529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2" name="Navigation Buttons"/>
            <p:cNvGrpSpPr/>
            <p:nvPr/>
          </p:nvGrpSpPr>
          <p:grpSpPr>
            <a:xfrm>
              <a:off x="664460" y="1437080"/>
              <a:ext cx="350313" cy="109687"/>
              <a:chOff x="664460" y="1437080"/>
              <a:chExt cx="350313" cy="109687"/>
            </a:xfrm>
          </p:grpSpPr>
          <p:sp>
            <p:nvSpPr>
              <p:cNvPr id="13" name="Back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664460" y="1453684"/>
                <a:ext cx="83243" cy="76479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" name="Forwar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796260" y="1453684"/>
                <a:ext cx="83243" cy="76479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5" name="Reloa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928062" y="1437080"/>
                <a:ext cx="86711" cy="109687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1032" name="Picture 8" descr="Resultado de imagen de foto mascotas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299" y="1349375"/>
            <a:ext cx="8866157" cy="373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Button">
            <a:hlinkClick r:id="rId13" action="ppaction://hlinksldjump"/>
          </p:cNvPr>
          <p:cNvSpPr>
            <a:spLocks/>
          </p:cNvSpPr>
          <p:nvPr/>
        </p:nvSpPr>
        <p:spPr bwMode="auto">
          <a:xfrm>
            <a:off x="6991351" y="5392505"/>
            <a:ext cx="3657600" cy="1000244"/>
          </a:xfrm>
          <a:prstGeom prst="roundRect">
            <a:avLst>
              <a:gd name="adj" fmla="val 8776"/>
            </a:avLst>
          </a:prstGeom>
          <a:solidFill>
            <a:schemeClr val="accent2">
              <a:lumMod val="50000"/>
            </a:schemeClr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800" b="1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Segoe UI" panose="020B0502040204020203" pitchFamily="34" charset="0"/>
              </a:rPr>
              <a:t>Quiero cuidar </a:t>
            </a:r>
          </a:p>
          <a:p>
            <a:pPr algn="ctr"/>
            <a:r>
              <a:rPr lang="es-ES" sz="2800" b="1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Segoe UI" panose="020B0502040204020203" pitchFamily="34" charset="0"/>
              </a:rPr>
              <a:t>mascotas</a:t>
            </a:r>
          </a:p>
        </p:txBody>
      </p:sp>
      <p:sp>
        <p:nvSpPr>
          <p:cNvPr id="23" name="Button">
            <a:hlinkClick r:id="rId14" action="ppaction://hlinksldjump"/>
          </p:cNvPr>
          <p:cNvSpPr>
            <a:spLocks/>
          </p:cNvSpPr>
          <p:nvPr/>
        </p:nvSpPr>
        <p:spPr bwMode="auto">
          <a:xfrm>
            <a:off x="1504951" y="5392505"/>
            <a:ext cx="3657600" cy="1000244"/>
          </a:xfrm>
          <a:prstGeom prst="roundRect">
            <a:avLst>
              <a:gd name="adj" fmla="val 8776"/>
            </a:avLst>
          </a:prstGeom>
          <a:solidFill>
            <a:schemeClr val="accent2">
              <a:lumMod val="50000"/>
            </a:schemeClr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800" b="1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Segoe UI" panose="020B0502040204020203" pitchFamily="34" charset="0"/>
              </a:rPr>
              <a:t>Quiero que cuiden </a:t>
            </a:r>
          </a:p>
          <a:p>
            <a:pPr algn="ctr"/>
            <a:r>
              <a:rPr lang="es-ES" sz="2800" b="1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Segoe UI" panose="020B0502040204020203" pitchFamily="34" charset="0"/>
              </a:rPr>
              <a:t>a mi mascota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" y="549049"/>
            <a:ext cx="2391284" cy="561746"/>
          </a:xfrm>
          <a:prstGeom prst="rect">
            <a:avLst/>
          </a:prstGeom>
        </p:spPr>
      </p:pic>
      <p:cxnSp>
        <p:nvCxnSpPr>
          <p:cNvPr id="4" name="Conector recto 3"/>
          <p:cNvCxnSpPr/>
          <p:nvPr/>
        </p:nvCxnSpPr>
        <p:spPr>
          <a:xfrm>
            <a:off x="0" y="1139902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/>
          <p:cNvSpPr/>
          <p:nvPr/>
        </p:nvSpPr>
        <p:spPr>
          <a:xfrm>
            <a:off x="-16574" y="6630664"/>
            <a:ext cx="12208574" cy="228600"/>
          </a:xfrm>
          <a:prstGeom prst="rect">
            <a:avLst/>
          </a:prstGeom>
          <a:gradFill>
            <a:gsLst>
              <a:gs pos="0">
                <a:schemeClr val="bg1"/>
              </a:gs>
              <a:gs pos="33000">
                <a:schemeClr val="bg2"/>
              </a:gs>
              <a:gs pos="84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>
                <a:solidFill>
                  <a:schemeClr val="tx1"/>
                </a:solidFill>
              </a:rPr>
              <a:t>© Ningún derecho reservado - 2017</a:t>
            </a:r>
            <a:endParaRPr lang="en-US" sz="1050" dirty="0">
              <a:solidFill>
                <a:schemeClr val="tx1"/>
              </a:solidFill>
            </a:endParaRPr>
          </a:p>
        </p:txBody>
      </p:sp>
      <p:pic>
        <p:nvPicPr>
          <p:cNvPr id="3" name="Picture 2" descr="Resultado de imagen de icono silueta usuario web">
            <a:extLst>
              <a:ext uri="{FF2B5EF4-FFF2-40B4-BE49-F238E27FC236}">
                <a16:creationId xmlns:a16="http://schemas.microsoft.com/office/drawing/2014/main" id="{BCB83D57-661F-FFE1-B44B-B8E5426F0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4734" y="674974"/>
            <a:ext cx="301830" cy="301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5B6B1EA7-9CCF-AE67-3686-A57EEFD0B96A}"/>
              </a:ext>
            </a:extLst>
          </p:cNvPr>
          <p:cNvSpPr txBox="1"/>
          <p:nvPr/>
        </p:nvSpPr>
        <p:spPr>
          <a:xfrm>
            <a:off x="11055728" y="669189"/>
            <a:ext cx="5790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i="1" dirty="0" err="1"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Login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183564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Browser" descr="&lt;SmartSettings&gt;&lt;SmartResize enabled=&quot;True&quot; minWidth=&quot;140&quot; minHeight=&quot;5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-16574" y="-8423"/>
            <a:ext cx="12208573" cy="6866424"/>
            <a:chOff x="595684" y="1261241"/>
            <a:chExt cx="6668462" cy="4352545"/>
          </a:xfrm>
        </p:grpSpPr>
        <p:sp>
          <p:nvSpPr>
            <p:cNvPr id="34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6"/>
              </p:custDataLst>
            </p:nvPr>
          </p:nvSpPr>
          <p:spPr>
            <a:xfrm>
              <a:off x="595684" y="1600363"/>
              <a:ext cx="6668462" cy="401342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5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7"/>
              </p:custDataLst>
            </p:nvPr>
          </p:nvSpPr>
          <p:spPr>
            <a:xfrm>
              <a:off x="595685" y="1261241"/>
              <a:ext cx="6668461" cy="3404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36" name="Menu Button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7134212" y="1456200"/>
              <a:ext cx="81508" cy="71447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7" name="Close Button" descr="&lt;SmartSettings&gt;&lt;SmartResize anchorLeft=&quot;None&quot; anchorTop=&quot;Absolute&quot; anchorRight=&quot;Absolute&quot; anchorBottom=&quot;None&quot; /&gt;&lt;/SmartSettings&gt;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7148958" y="1306404"/>
              <a:ext cx="53761" cy="60378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8" name="Address Box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10"/>
              </p:custDataLst>
            </p:nvPr>
          </p:nvSpPr>
          <p:spPr>
            <a:xfrm>
              <a:off x="1088867" y="1416571"/>
              <a:ext cx="5996919" cy="150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www.cuidandoapancho.com</a:t>
              </a:r>
            </a:p>
          </p:txBody>
        </p:sp>
        <p:sp>
          <p:nvSpPr>
            <p:cNvPr id="39" name="Document Icon" descr="&lt;SmartSettings&gt;&lt;SmartResize anchorLeft=&quot;Absolute&quot; anchorTop=&quot;Absolute&quot; anchorRight=&quot;None&quot; anchorBottom=&quot;None&quot; /&gt;&lt;/SmartSettings&gt;"/>
            <p:cNvSpPr>
              <a:spLocks noChangeAspect="1"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1130447" y="1449659"/>
              <a:ext cx="51160" cy="84529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40" name="Navigation Buttons"/>
            <p:cNvGrpSpPr/>
            <p:nvPr/>
          </p:nvGrpSpPr>
          <p:grpSpPr>
            <a:xfrm>
              <a:off x="664460" y="1437080"/>
              <a:ext cx="350313" cy="109687"/>
              <a:chOff x="664460" y="1437080"/>
              <a:chExt cx="350313" cy="109687"/>
            </a:xfrm>
          </p:grpSpPr>
          <p:sp>
            <p:nvSpPr>
              <p:cNvPr id="41" name="Back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664460" y="1453684"/>
                <a:ext cx="83243" cy="76479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2" name="Forwar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796260" y="1453684"/>
                <a:ext cx="83243" cy="76479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3" name="Reloa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928062" y="1437080"/>
                <a:ext cx="86711" cy="109687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44" name="Imagen 43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" y="549049"/>
            <a:ext cx="2391284" cy="561746"/>
          </a:xfrm>
          <a:prstGeom prst="rect">
            <a:avLst/>
          </a:prstGeom>
        </p:spPr>
      </p:pic>
      <p:cxnSp>
        <p:nvCxnSpPr>
          <p:cNvPr id="45" name="Conector recto 44"/>
          <p:cNvCxnSpPr/>
          <p:nvPr/>
        </p:nvCxnSpPr>
        <p:spPr>
          <a:xfrm>
            <a:off x="0" y="1139902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ángulo 45"/>
          <p:cNvSpPr/>
          <p:nvPr/>
        </p:nvSpPr>
        <p:spPr>
          <a:xfrm>
            <a:off x="-16574" y="6630664"/>
            <a:ext cx="12208574" cy="228600"/>
          </a:xfrm>
          <a:prstGeom prst="rect">
            <a:avLst/>
          </a:prstGeom>
          <a:gradFill>
            <a:gsLst>
              <a:gs pos="0">
                <a:schemeClr val="bg1"/>
              </a:gs>
              <a:gs pos="33000">
                <a:schemeClr val="bg2"/>
              </a:gs>
              <a:gs pos="84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>
                <a:solidFill>
                  <a:schemeClr val="tx1"/>
                </a:solidFill>
              </a:rPr>
              <a:t>© Ningún derecho reservado - 2017</a:t>
            </a:r>
            <a:endParaRPr lang="en-US" sz="1050" dirty="0">
              <a:solidFill>
                <a:schemeClr val="tx1"/>
              </a:solidFill>
            </a:endParaRPr>
          </a:p>
        </p:txBody>
      </p:sp>
      <p:pic>
        <p:nvPicPr>
          <p:cNvPr id="1032" name="Picture 8" descr="Resultado de imagen de foto mascotas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299" y="1349375"/>
            <a:ext cx="8866157" cy="373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Button">
            <a:hlinkClick r:id="rId18" action="ppaction://hlinksldjump"/>
          </p:cNvPr>
          <p:cNvSpPr>
            <a:spLocks/>
          </p:cNvSpPr>
          <p:nvPr/>
        </p:nvSpPr>
        <p:spPr bwMode="auto">
          <a:xfrm>
            <a:off x="6991351" y="5392505"/>
            <a:ext cx="3657600" cy="1000244"/>
          </a:xfrm>
          <a:prstGeom prst="roundRect">
            <a:avLst>
              <a:gd name="adj" fmla="val 8776"/>
            </a:avLst>
          </a:prstGeom>
          <a:solidFill>
            <a:schemeClr val="accent2">
              <a:lumMod val="50000"/>
            </a:schemeClr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800" b="1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Segoe UI" panose="020B0502040204020203" pitchFamily="34" charset="0"/>
              </a:rPr>
              <a:t>Quiero cuidar </a:t>
            </a:r>
          </a:p>
          <a:p>
            <a:pPr algn="ctr"/>
            <a:r>
              <a:rPr lang="es-ES" sz="2800" b="1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Segoe UI" panose="020B0502040204020203" pitchFamily="34" charset="0"/>
              </a:rPr>
              <a:t>mascotas</a:t>
            </a:r>
          </a:p>
        </p:txBody>
      </p:sp>
      <p:sp>
        <p:nvSpPr>
          <p:cNvPr id="23" name="Button">
            <a:hlinkClick r:id="rId19" action="ppaction://hlinksldjump"/>
          </p:cNvPr>
          <p:cNvSpPr>
            <a:spLocks/>
          </p:cNvSpPr>
          <p:nvPr/>
        </p:nvSpPr>
        <p:spPr bwMode="auto">
          <a:xfrm>
            <a:off x="1504951" y="5392505"/>
            <a:ext cx="3657600" cy="1000244"/>
          </a:xfrm>
          <a:prstGeom prst="roundRect">
            <a:avLst>
              <a:gd name="adj" fmla="val 8776"/>
            </a:avLst>
          </a:prstGeom>
          <a:solidFill>
            <a:schemeClr val="accent2">
              <a:lumMod val="50000"/>
            </a:schemeClr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800" b="1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Segoe UI" panose="020B0502040204020203" pitchFamily="34" charset="0"/>
              </a:rPr>
              <a:t>Quiero que cuiden </a:t>
            </a:r>
          </a:p>
          <a:p>
            <a:pPr algn="ctr"/>
            <a:r>
              <a:rPr lang="es-ES" sz="2800" b="1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Segoe UI" panose="020B0502040204020203" pitchFamily="34" charset="0"/>
              </a:rPr>
              <a:t>a mi mascota</a:t>
            </a:r>
          </a:p>
        </p:txBody>
      </p:sp>
      <p:pic>
        <p:nvPicPr>
          <p:cNvPr id="3" name="Picture 2" descr="Resultado de imagen de icono silueta usuario web">
            <a:extLst>
              <a:ext uri="{FF2B5EF4-FFF2-40B4-BE49-F238E27FC236}">
                <a16:creationId xmlns:a16="http://schemas.microsoft.com/office/drawing/2014/main" id="{B3905C97-B620-2A12-84D7-634A2BCA7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4734" y="674974"/>
            <a:ext cx="301830" cy="301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B053677-5B78-011F-A9CB-5241F174B5D7}"/>
              </a:ext>
            </a:extLst>
          </p:cNvPr>
          <p:cNvSpPr txBox="1"/>
          <p:nvPr/>
        </p:nvSpPr>
        <p:spPr>
          <a:xfrm>
            <a:off x="11055728" y="669189"/>
            <a:ext cx="5790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i="1" dirty="0" err="1"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Login</a:t>
            </a:r>
            <a:endParaRPr lang="en-US" sz="1400" i="1" dirty="0"/>
          </a:p>
        </p:txBody>
      </p:sp>
      <p:sp>
        <p:nvSpPr>
          <p:cNvPr id="6" name="Modal Dialog Overlay"/>
          <p:cNvSpPr>
            <a:spLocks/>
          </p:cNvSpPr>
          <p:nvPr/>
        </p:nvSpPr>
        <p:spPr bwMode="auto">
          <a:xfrm>
            <a:off x="-95534" y="523344"/>
            <a:ext cx="12392167" cy="6334655"/>
          </a:xfrm>
          <a:prstGeom prst="rect">
            <a:avLst/>
          </a:prstGeom>
          <a:solidFill>
            <a:srgbClr val="808080">
              <a:alpha val="60000"/>
            </a:srgbClr>
          </a:solidFill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" name="Grupo 3"/>
          <p:cNvGrpSpPr/>
          <p:nvPr/>
        </p:nvGrpSpPr>
        <p:grpSpPr>
          <a:xfrm>
            <a:off x="4090632" y="2099422"/>
            <a:ext cx="3633999" cy="3523456"/>
            <a:chOff x="3722144" y="7713233"/>
            <a:chExt cx="2452744" cy="2581835"/>
          </a:xfrm>
        </p:grpSpPr>
        <p:pic>
          <p:nvPicPr>
            <p:cNvPr id="1026" name="Picture 2" descr="Resultado de imagen de iniciar sesion con google o facebook">
              <a:hlinkClick r:id="rId19" action="ppaction://hlinksldjump"/>
            </p:cNvPr>
            <p:cNvPicPr>
              <a:picLocks noChangeAspect="1" noChangeArrowheads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87" t="3575" r="50493" b="10375"/>
            <a:stretch/>
          </p:blipFill>
          <p:spPr bwMode="auto">
            <a:xfrm>
              <a:off x="3722145" y="7713233"/>
              <a:ext cx="2452743" cy="25818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ángulo 1"/>
            <p:cNvSpPr/>
            <p:nvPr/>
          </p:nvSpPr>
          <p:spPr>
            <a:xfrm>
              <a:off x="3722144" y="7820808"/>
              <a:ext cx="2441985" cy="3303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2">
                      <a:lumMod val="50000"/>
                    </a:schemeClr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</a:rPr>
                <a:t>Registro en Cuidando a Pancho</a:t>
              </a:r>
              <a:endParaRPr lang="en-US" sz="1600" dirty="0">
                <a:solidFill>
                  <a:schemeClr val="accent2">
                    <a:lumMod val="50000"/>
                  </a:scheme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</p:txBody>
        </p:sp>
        <p:grpSp>
          <p:nvGrpSpPr>
            <p:cNvPr id="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.4&quot; minHeight=&quot;10.4&quot; /&gt;&lt;/SmartSettings&gt;"/>
            <p:cNvGrpSpPr/>
            <p:nvPr>
              <p:custDataLst>
                <p:tags r:id="rId2"/>
              </p:custDataLst>
            </p:nvPr>
          </p:nvGrpSpPr>
          <p:grpSpPr>
            <a:xfrm>
              <a:off x="4049402" y="9922979"/>
              <a:ext cx="941235" cy="211994"/>
              <a:chOff x="554563" y="2592425"/>
              <a:chExt cx="941235" cy="211994"/>
            </a:xfrm>
          </p:grpSpPr>
          <p:sp>
            <p:nvSpPr>
              <p:cNvPr id="9" name="Box" descr="&lt;Tags&gt;&lt;SMARTRESIZEANCHORS&gt;None,None,Absolute,None&lt;/SMARTRESIZEANCHORS&gt;&lt;/Tags&gt;"/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86119" y="2592425"/>
                <a:ext cx="809679" cy="211994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ES" sz="1400" b="1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Responsable</a:t>
                </a:r>
                <a:endParaRPr lang="es-ES" sz="900" b="1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" name="Check" descr="&lt;Tags&gt;&lt;SMARTRESIZEANCHORS&gt;None,None,Absolute,None&lt;/SMARTRESIZEANCHORS&gt;&lt;/Tags&gt;"/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  <p:cNvGrpSpPr/>
            <p:nvPr>
              <p:custDataLst>
                <p:tags r:id="rId3"/>
              </p:custDataLst>
            </p:nvPr>
          </p:nvGrpSpPr>
          <p:grpSpPr>
            <a:xfrm>
              <a:off x="5035339" y="9922980"/>
              <a:ext cx="721385" cy="211994"/>
              <a:chOff x="554563" y="2592426"/>
              <a:chExt cx="721385" cy="211994"/>
            </a:xfrm>
          </p:grpSpPr>
          <p:sp>
            <p:nvSpPr>
              <p:cNvPr id="13" name="Box" descr="&lt;Tags&gt;&lt;SMARTRESIZEANCHORS&gt;None,None,Absolute,None&lt;/SMARTRESIZEANCHORS&gt;&lt;/Tags&gt;"/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86119" y="2592426"/>
                <a:ext cx="589829" cy="211994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ES" sz="14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Cuidador</a:t>
                </a:r>
                <a:endParaRPr lang="es-ES" sz="12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5" name="Check" descr="&lt;Tags&gt;&lt;SMARTRESIZEANCHORS&gt;None,None,Absolute,None&lt;/SMARTRESIZEANCHORS&gt;&lt;/Tags&gt;" hidden="1"/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58050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Browser" descr="&lt;SmartSettings&gt;&lt;SmartResize enabled=&quot;True&quot; minWidth=&quot;140&quot; minHeight=&quot;5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-16574" y="-8423"/>
            <a:ext cx="12208573" cy="6866424"/>
            <a:chOff x="595684" y="1261241"/>
            <a:chExt cx="6668462" cy="4352545"/>
          </a:xfrm>
        </p:grpSpPr>
        <p:sp>
          <p:nvSpPr>
            <p:cNvPr id="33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7"/>
              </p:custDataLst>
            </p:nvPr>
          </p:nvSpPr>
          <p:spPr>
            <a:xfrm>
              <a:off x="595684" y="1600363"/>
              <a:ext cx="6668462" cy="401342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4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8"/>
              </p:custDataLst>
            </p:nvPr>
          </p:nvSpPr>
          <p:spPr>
            <a:xfrm>
              <a:off x="595685" y="1261241"/>
              <a:ext cx="6668461" cy="3404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35" name="Menu Button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7134212" y="1456200"/>
              <a:ext cx="81508" cy="71447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" name="Close Button" descr="&lt;SmartSettings&gt;&lt;SmartResize anchorLeft=&quot;None&quot; anchorTop=&quot;Absolute&quot; anchorRight=&quot;Absolute&quot; anchorBottom=&quot;None&quot; /&gt;&lt;/SmartSettings&gt;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7148958" y="1306404"/>
              <a:ext cx="53761" cy="60378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7" name="Address Box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11"/>
              </p:custDataLst>
            </p:nvPr>
          </p:nvSpPr>
          <p:spPr>
            <a:xfrm>
              <a:off x="1088867" y="1416571"/>
              <a:ext cx="5996919" cy="150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www.cuidandoapancho.com</a:t>
              </a:r>
            </a:p>
          </p:txBody>
        </p:sp>
        <p:sp>
          <p:nvSpPr>
            <p:cNvPr id="38" name="Document Icon" descr="&lt;SmartSettings&gt;&lt;SmartResize anchorLeft=&quot;Absolute&quot; anchorTop=&quot;Absolute&quot; anchorRight=&quot;None&quot; anchorBottom=&quot;None&quot; /&gt;&lt;/SmartSettings&gt;"/>
            <p:cNvSpPr>
              <a:spLocks noChangeAspect="1"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1130447" y="1449659"/>
              <a:ext cx="51160" cy="84529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39" name="Navigation Buttons"/>
            <p:cNvGrpSpPr/>
            <p:nvPr/>
          </p:nvGrpSpPr>
          <p:grpSpPr>
            <a:xfrm>
              <a:off x="664460" y="1437080"/>
              <a:ext cx="350313" cy="109687"/>
              <a:chOff x="664460" y="1437080"/>
              <a:chExt cx="350313" cy="109687"/>
            </a:xfrm>
          </p:grpSpPr>
          <p:sp>
            <p:nvSpPr>
              <p:cNvPr id="40" name="Back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664460" y="1453684"/>
                <a:ext cx="83243" cy="76479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1" name="Forwar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796260" y="1453684"/>
                <a:ext cx="83243" cy="76479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2" name="Reloa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928062" y="1437080"/>
                <a:ext cx="86711" cy="109687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43" name="Imagen 42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" y="549049"/>
            <a:ext cx="2391284" cy="561746"/>
          </a:xfrm>
          <a:prstGeom prst="rect">
            <a:avLst/>
          </a:prstGeom>
        </p:spPr>
      </p:pic>
      <p:cxnSp>
        <p:nvCxnSpPr>
          <p:cNvPr id="44" name="Conector recto 43"/>
          <p:cNvCxnSpPr/>
          <p:nvPr/>
        </p:nvCxnSpPr>
        <p:spPr>
          <a:xfrm>
            <a:off x="0" y="1139902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ángulo 44"/>
          <p:cNvSpPr/>
          <p:nvPr/>
        </p:nvSpPr>
        <p:spPr>
          <a:xfrm>
            <a:off x="-16574" y="6630664"/>
            <a:ext cx="12208574" cy="228600"/>
          </a:xfrm>
          <a:prstGeom prst="rect">
            <a:avLst/>
          </a:prstGeom>
          <a:gradFill>
            <a:gsLst>
              <a:gs pos="0">
                <a:schemeClr val="bg1"/>
              </a:gs>
              <a:gs pos="33000">
                <a:schemeClr val="bg2"/>
              </a:gs>
              <a:gs pos="84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>
                <a:solidFill>
                  <a:schemeClr val="tx1"/>
                </a:solidFill>
              </a:rPr>
              <a:t>© Ningún derecho reservado - 2017</a:t>
            </a:r>
            <a:endParaRPr lang="en-US" sz="1050" dirty="0">
              <a:solidFill>
                <a:schemeClr val="tx1"/>
              </a:solidFill>
            </a:endParaRPr>
          </a:p>
        </p:txBody>
      </p:sp>
      <p:pic>
        <p:nvPicPr>
          <p:cNvPr id="1032" name="Picture 8" descr="Resultado de imagen de foto mascotas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299" y="1349375"/>
            <a:ext cx="8866157" cy="373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Button">
            <a:hlinkClick r:id="rId19" action="ppaction://hlinksldjump"/>
          </p:cNvPr>
          <p:cNvSpPr>
            <a:spLocks/>
          </p:cNvSpPr>
          <p:nvPr/>
        </p:nvSpPr>
        <p:spPr bwMode="auto">
          <a:xfrm>
            <a:off x="6991351" y="5392505"/>
            <a:ext cx="3657600" cy="1000244"/>
          </a:xfrm>
          <a:prstGeom prst="roundRect">
            <a:avLst>
              <a:gd name="adj" fmla="val 8776"/>
            </a:avLst>
          </a:prstGeom>
          <a:solidFill>
            <a:schemeClr val="accent2">
              <a:lumMod val="50000"/>
            </a:schemeClr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800" b="1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Segoe UI" panose="020B0502040204020203" pitchFamily="34" charset="0"/>
              </a:rPr>
              <a:t>Quiero cuidar </a:t>
            </a:r>
          </a:p>
          <a:p>
            <a:pPr algn="ctr"/>
            <a:r>
              <a:rPr lang="es-ES" sz="2800" b="1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Segoe UI" panose="020B0502040204020203" pitchFamily="34" charset="0"/>
              </a:rPr>
              <a:t>mascotas</a:t>
            </a:r>
          </a:p>
        </p:txBody>
      </p:sp>
      <p:sp>
        <p:nvSpPr>
          <p:cNvPr id="23" name="Button">
            <a:hlinkClick r:id="rId20" action="ppaction://hlinksldjump"/>
          </p:cNvPr>
          <p:cNvSpPr>
            <a:spLocks/>
          </p:cNvSpPr>
          <p:nvPr/>
        </p:nvSpPr>
        <p:spPr bwMode="auto">
          <a:xfrm>
            <a:off x="1504951" y="5392505"/>
            <a:ext cx="3657600" cy="1000244"/>
          </a:xfrm>
          <a:prstGeom prst="roundRect">
            <a:avLst>
              <a:gd name="adj" fmla="val 8776"/>
            </a:avLst>
          </a:prstGeom>
          <a:solidFill>
            <a:schemeClr val="accent2">
              <a:lumMod val="50000"/>
            </a:schemeClr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800" b="1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Segoe UI" panose="020B0502040204020203" pitchFamily="34" charset="0"/>
              </a:rPr>
              <a:t>Quiero que cuiden </a:t>
            </a:r>
          </a:p>
          <a:p>
            <a:pPr algn="ctr"/>
            <a:r>
              <a:rPr lang="es-ES" sz="2800" b="1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Segoe UI" panose="020B0502040204020203" pitchFamily="34" charset="0"/>
              </a:rPr>
              <a:t>a mi mascota</a:t>
            </a:r>
          </a:p>
        </p:txBody>
      </p:sp>
      <p:pic>
        <p:nvPicPr>
          <p:cNvPr id="3" name="Picture 2" descr="Resultado de imagen de icono silueta usuario web">
            <a:extLst>
              <a:ext uri="{FF2B5EF4-FFF2-40B4-BE49-F238E27FC236}">
                <a16:creationId xmlns:a16="http://schemas.microsoft.com/office/drawing/2014/main" id="{7B0F6A09-18DA-EBB5-3B8B-3B919390B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4734" y="674974"/>
            <a:ext cx="301830" cy="301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B2D1035-C02D-EC9A-D018-A22C9A830F30}"/>
              </a:ext>
            </a:extLst>
          </p:cNvPr>
          <p:cNvSpPr txBox="1"/>
          <p:nvPr/>
        </p:nvSpPr>
        <p:spPr>
          <a:xfrm>
            <a:off x="11055728" y="669189"/>
            <a:ext cx="5790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i="1" dirty="0" err="1">
                <a:hlinkClick r:id="rId2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Login</a:t>
            </a:r>
            <a:endParaRPr lang="en-US" sz="1400" i="1" dirty="0"/>
          </a:p>
        </p:txBody>
      </p:sp>
      <p:sp>
        <p:nvSpPr>
          <p:cNvPr id="6" name="Modal Dialog Overlay"/>
          <p:cNvSpPr>
            <a:spLocks/>
          </p:cNvSpPr>
          <p:nvPr/>
        </p:nvSpPr>
        <p:spPr bwMode="auto">
          <a:xfrm>
            <a:off x="-95534" y="523344"/>
            <a:ext cx="12392167" cy="6334655"/>
          </a:xfrm>
          <a:prstGeom prst="rect">
            <a:avLst/>
          </a:prstGeom>
          <a:solidFill>
            <a:srgbClr val="808080">
              <a:alpha val="60000"/>
            </a:srgbClr>
          </a:solidFill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" name="Grupo 3"/>
          <p:cNvGrpSpPr/>
          <p:nvPr/>
        </p:nvGrpSpPr>
        <p:grpSpPr>
          <a:xfrm>
            <a:off x="4090632" y="2099422"/>
            <a:ext cx="3633999" cy="3523456"/>
            <a:chOff x="3722144" y="7713233"/>
            <a:chExt cx="2452744" cy="2581835"/>
          </a:xfrm>
        </p:grpSpPr>
        <p:pic>
          <p:nvPicPr>
            <p:cNvPr id="1026" name="Picture 2" descr="Resultado de imagen de iniciar sesion con google o facebook">
              <a:hlinkClick r:id="rId23" action="ppaction://hlinksldjump"/>
            </p:cNvPr>
            <p:cNvPicPr>
              <a:picLocks noChangeAspect="1" noChangeArrowheads="1"/>
            </p:cNvPicPr>
            <p:nvPr/>
          </p:nvPicPr>
          <p:blipFill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87" t="3575" r="50493" b="10375"/>
            <a:stretch/>
          </p:blipFill>
          <p:spPr bwMode="auto">
            <a:xfrm>
              <a:off x="3722145" y="7713233"/>
              <a:ext cx="2452743" cy="25818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ángulo 1"/>
            <p:cNvSpPr/>
            <p:nvPr/>
          </p:nvSpPr>
          <p:spPr>
            <a:xfrm>
              <a:off x="3722144" y="7820808"/>
              <a:ext cx="2441985" cy="3303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accent2">
                      <a:lumMod val="50000"/>
                    </a:schemeClr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</a:rPr>
                <a:t>Registro en Cuidando a Pancho</a:t>
              </a:r>
              <a:endParaRPr lang="en-US" sz="1600" dirty="0">
                <a:solidFill>
                  <a:schemeClr val="accent2">
                    <a:lumMod val="50000"/>
                  </a:scheme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</p:txBody>
        </p:sp>
        <p:grpSp>
          <p:nvGrpSpPr>
            <p:cNvPr id="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.4&quot; minHeight=&quot;10.4&quot; /&gt;&lt;/SmartSettings&gt;"/>
            <p:cNvGrpSpPr/>
            <p:nvPr>
              <p:custDataLst>
                <p:tags r:id="rId2"/>
              </p:custDataLst>
            </p:nvPr>
          </p:nvGrpSpPr>
          <p:grpSpPr>
            <a:xfrm>
              <a:off x="4049402" y="9922979"/>
              <a:ext cx="905184" cy="211994"/>
              <a:chOff x="554563" y="2592425"/>
              <a:chExt cx="905184" cy="211994"/>
            </a:xfrm>
          </p:grpSpPr>
          <p:sp>
            <p:nvSpPr>
              <p:cNvPr id="9" name="Box" descr="&lt;Tags&gt;&lt;SMARTRESIZEANCHORS&gt;None,None,Absolute,None&lt;/SMARTRESIZEANCHORS&gt;&lt;/Tags&gt;"/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686119" y="2592425"/>
                <a:ext cx="773628" cy="211994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ES" sz="14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Responsable</a:t>
                </a:r>
                <a:endParaRPr lang="es-E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  <p:cNvGrpSpPr/>
            <p:nvPr>
              <p:custDataLst>
                <p:tags r:id="rId3"/>
              </p:custDataLst>
            </p:nvPr>
          </p:nvGrpSpPr>
          <p:grpSpPr>
            <a:xfrm>
              <a:off x="5035339" y="9922980"/>
              <a:ext cx="751679" cy="211994"/>
              <a:chOff x="554563" y="2592426"/>
              <a:chExt cx="751679" cy="211994"/>
            </a:xfrm>
          </p:grpSpPr>
          <p:sp>
            <p:nvSpPr>
              <p:cNvPr id="13" name="Box" descr="&lt;SmartSettings&gt;&lt;SmartResize anchorLeft=&quot;Absolute&quot; anchorTop=&quot;None&quot; anchorRight=&quot;None&quot; anchorBottom=&quot;None&quot; /&gt;&lt;/SmartSettings&gt;"/>
              <p:cNvSpPr/>
              <p:nvPr>
                <p:custDataLst>
                  <p:tags r:id="rId4"/>
                </p:custDataLst>
              </p:nvPr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14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X</a:t>
                </a:r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86119" y="2592426"/>
                <a:ext cx="620123" cy="211994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ES" sz="1400" b="1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Cuidador</a:t>
                </a:r>
                <a:endParaRPr lang="es-ES" sz="1200" b="1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5" name="Check" descr="&lt;Tags&gt;&lt;SMARTRESIZEANCHORS&gt;None,None,Absolute,None&lt;/SMARTRESIZEANCHORS&gt;&lt;/Tags&gt;" hidden="1"/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14909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Browser" descr="&lt;SmartSettings&gt;&lt;SmartResize enabled=&quot;True&quot; minWidth=&quot;140&quot; minHeight=&quot;5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-16574" y="-8423"/>
            <a:ext cx="12208573" cy="6866424"/>
            <a:chOff x="595684" y="1261241"/>
            <a:chExt cx="6668462" cy="4352545"/>
          </a:xfrm>
        </p:grpSpPr>
        <p:sp>
          <p:nvSpPr>
            <p:cNvPr id="34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595684" y="1600363"/>
              <a:ext cx="6668462" cy="401342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5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595685" y="1261241"/>
              <a:ext cx="6668461" cy="3404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36" name="Menu Button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134212" y="1456200"/>
              <a:ext cx="81508" cy="71447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7" name="Close Button" descr="&lt;SmartSettings&gt;&lt;SmartResize anchorLeft=&quot;None&quot; anchorTop=&quot;Absolute&quot; anchorRight=&quot;Absolute&quot; anchorBottom=&quot;None&quot; /&gt;&lt;/SmartSettings&gt;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148958" y="1306404"/>
              <a:ext cx="53761" cy="60378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8" name="Address Box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6"/>
              </p:custDataLst>
            </p:nvPr>
          </p:nvSpPr>
          <p:spPr>
            <a:xfrm>
              <a:off x="1088867" y="1416571"/>
              <a:ext cx="5996919" cy="150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www.cuidandoapancho.com</a:t>
              </a:r>
            </a:p>
          </p:txBody>
        </p:sp>
        <p:sp>
          <p:nvSpPr>
            <p:cNvPr id="39" name="Document Icon" descr="&lt;SmartSettings&gt;&lt;SmartResize anchorLeft=&quot;Absolute&quot; anchorTop=&quot;Absolute&quot; anchorRight=&quot;None&quot; anchorBottom=&quot;None&quot; /&gt;&lt;/SmartSettings&gt;"/>
            <p:cNvSpPr>
              <a:spLocks noChangeAspect="1"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1130447" y="1449659"/>
              <a:ext cx="51160" cy="84529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40" name="Navigation Buttons"/>
            <p:cNvGrpSpPr/>
            <p:nvPr/>
          </p:nvGrpSpPr>
          <p:grpSpPr>
            <a:xfrm>
              <a:off x="664460" y="1437080"/>
              <a:ext cx="350313" cy="109687"/>
              <a:chOff x="664460" y="1437080"/>
              <a:chExt cx="350313" cy="109687"/>
            </a:xfrm>
          </p:grpSpPr>
          <p:sp>
            <p:nvSpPr>
              <p:cNvPr id="41" name="Back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664460" y="1453684"/>
                <a:ext cx="83243" cy="76479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2" name="Forwar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796260" y="1453684"/>
                <a:ext cx="83243" cy="76479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3" name="Reloa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928062" y="1437080"/>
                <a:ext cx="86711" cy="109687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44" name="Imagen 4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" y="549049"/>
            <a:ext cx="2391284" cy="561746"/>
          </a:xfrm>
          <a:prstGeom prst="rect">
            <a:avLst/>
          </a:prstGeom>
        </p:spPr>
      </p:pic>
      <p:cxnSp>
        <p:nvCxnSpPr>
          <p:cNvPr id="45" name="Conector recto 44"/>
          <p:cNvCxnSpPr/>
          <p:nvPr/>
        </p:nvCxnSpPr>
        <p:spPr>
          <a:xfrm>
            <a:off x="0" y="1139902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ángulo 45"/>
          <p:cNvSpPr/>
          <p:nvPr/>
        </p:nvSpPr>
        <p:spPr>
          <a:xfrm>
            <a:off x="-16574" y="6630664"/>
            <a:ext cx="12208574" cy="228600"/>
          </a:xfrm>
          <a:prstGeom prst="rect">
            <a:avLst/>
          </a:prstGeom>
          <a:gradFill>
            <a:gsLst>
              <a:gs pos="0">
                <a:schemeClr val="bg1"/>
              </a:gs>
              <a:gs pos="33000">
                <a:schemeClr val="bg2"/>
              </a:gs>
              <a:gs pos="84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>
                <a:solidFill>
                  <a:schemeClr val="tx1"/>
                </a:solidFill>
              </a:rPr>
              <a:t>© Ningún derecho reservado - 2017</a:t>
            </a:r>
            <a:endParaRPr lang="en-US" sz="1050" dirty="0">
              <a:solidFill>
                <a:schemeClr val="tx1"/>
              </a:solidFill>
            </a:endParaRPr>
          </a:p>
        </p:txBody>
      </p:sp>
      <p:pic>
        <p:nvPicPr>
          <p:cNvPr id="1032" name="Picture 8" descr="Resultado de imagen de foto mascotas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299" y="1349375"/>
            <a:ext cx="8866157" cy="373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Button">
            <a:hlinkClick r:id="rId14" action="ppaction://hlinksldjump"/>
          </p:cNvPr>
          <p:cNvSpPr>
            <a:spLocks/>
          </p:cNvSpPr>
          <p:nvPr/>
        </p:nvSpPr>
        <p:spPr bwMode="auto">
          <a:xfrm>
            <a:off x="6991351" y="5392505"/>
            <a:ext cx="3657600" cy="1000244"/>
          </a:xfrm>
          <a:prstGeom prst="roundRect">
            <a:avLst>
              <a:gd name="adj" fmla="val 8776"/>
            </a:avLst>
          </a:prstGeom>
          <a:solidFill>
            <a:schemeClr val="accent2">
              <a:lumMod val="50000"/>
            </a:schemeClr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800" b="1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Segoe UI" panose="020B0502040204020203" pitchFamily="34" charset="0"/>
              </a:rPr>
              <a:t>Quiero cuidar </a:t>
            </a:r>
          </a:p>
          <a:p>
            <a:pPr algn="ctr"/>
            <a:r>
              <a:rPr lang="es-ES" sz="2800" b="1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Segoe UI" panose="020B0502040204020203" pitchFamily="34" charset="0"/>
              </a:rPr>
              <a:t>mascotas</a:t>
            </a:r>
          </a:p>
        </p:txBody>
      </p:sp>
      <p:sp>
        <p:nvSpPr>
          <p:cNvPr id="23" name="Button">
            <a:hlinkClick r:id="rId15" action="ppaction://hlinksldjump"/>
          </p:cNvPr>
          <p:cNvSpPr>
            <a:spLocks/>
          </p:cNvSpPr>
          <p:nvPr/>
        </p:nvSpPr>
        <p:spPr bwMode="auto">
          <a:xfrm>
            <a:off x="1504951" y="5392505"/>
            <a:ext cx="3657600" cy="1000244"/>
          </a:xfrm>
          <a:prstGeom prst="roundRect">
            <a:avLst>
              <a:gd name="adj" fmla="val 8776"/>
            </a:avLst>
          </a:prstGeom>
          <a:solidFill>
            <a:schemeClr val="accent2">
              <a:lumMod val="50000"/>
            </a:schemeClr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800" b="1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Segoe UI" panose="020B0502040204020203" pitchFamily="34" charset="0"/>
              </a:rPr>
              <a:t>Quiero que cuiden </a:t>
            </a:r>
          </a:p>
          <a:p>
            <a:pPr algn="ctr"/>
            <a:r>
              <a:rPr lang="es-ES" sz="2800" b="1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Segoe UI" panose="020B0502040204020203" pitchFamily="34" charset="0"/>
              </a:rPr>
              <a:t>a mi mascota</a:t>
            </a:r>
          </a:p>
        </p:txBody>
      </p:sp>
      <p:pic>
        <p:nvPicPr>
          <p:cNvPr id="7" name="Picture 2" descr="Resultado de imagen de icono silueta usuario web">
            <a:extLst>
              <a:ext uri="{FF2B5EF4-FFF2-40B4-BE49-F238E27FC236}">
                <a16:creationId xmlns:a16="http://schemas.microsoft.com/office/drawing/2014/main" id="{65FB67F3-100D-0E66-8DFB-7EB19750E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4734" y="674974"/>
            <a:ext cx="301830" cy="301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BC63AAAD-0A01-F818-F5EA-4AD249F74216}"/>
              </a:ext>
            </a:extLst>
          </p:cNvPr>
          <p:cNvSpPr txBox="1"/>
          <p:nvPr/>
        </p:nvSpPr>
        <p:spPr>
          <a:xfrm>
            <a:off x="11055728" y="669189"/>
            <a:ext cx="5790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i="1" dirty="0" err="1"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Login</a:t>
            </a:r>
            <a:endParaRPr lang="en-US" sz="1400" i="1" dirty="0"/>
          </a:p>
        </p:txBody>
      </p:sp>
      <p:sp>
        <p:nvSpPr>
          <p:cNvPr id="6" name="Modal Dialog Overlay"/>
          <p:cNvSpPr>
            <a:spLocks/>
          </p:cNvSpPr>
          <p:nvPr/>
        </p:nvSpPr>
        <p:spPr bwMode="auto">
          <a:xfrm>
            <a:off x="-95534" y="523344"/>
            <a:ext cx="12392167" cy="6334655"/>
          </a:xfrm>
          <a:prstGeom prst="rect">
            <a:avLst/>
          </a:prstGeom>
          <a:solidFill>
            <a:srgbClr val="808080">
              <a:alpha val="60000"/>
            </a:srgbClr>
          </a:solidFill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" name="Grupo 3"/>
          <p:cNvGrpSpPr/>
          <p:nvPr/>
        </p:nvGrpSpPr>
        <p:grpSpPr>
          <a:xfrm>
            <a:off x="4090632" y="2099422"/>
            <a:ext cx="3633999" cy="3618676"/>
            <a:chOff x="3722144" y="7713233"/>
            <a:chExt cx="2452744" cy="2581835"/>
          </a:xfrm>
        </p:grpSpPr>
        <p:pic>
          <p:nvPicPr>
            <p:cNvPr id="1026" name="Picture 2" descr="Resultado de imagen de iniciar sesion con google o facebook">
              <a:hlinkClick r:id="rId15" action="ppaction://hlinksldjump"/>
            </p:cNvPr>
            <p:cNvPicPr>
              <a:picLocks noChangeAspect="1" noChangeArrowheads="1"/>
            </p:cNvPicPr>
            <p:nvPr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87" t="3575" r="50493" b="10375"/>
            <a:stretch/>
          </p:blipFill>
          <p:spPr bwMode="auto">
            <a:xfrm>
              <a:off x="3722145" y="7713233"/>
              <a:ext cx="2452743" cy="25818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ángulo 1"/>
            <p:cNvSpPr/>
            <p:nvPr/>
          </p:nvSpPr>
          <p:spPr>
            <a:xfrm>
              <a:off x="3722144" y="7820808"/>
              <a:ext cx="2441985" cy="3303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>
                  <a:solidFill>
                    <a:schemeClr val="accent2">
                      <a:lumMod val="50000"/>
                    </a:schemeClr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</a:rPr>
                <a:t>Login</a:t>
              </a:r>
              <a:r>
                <a:rPr lang="es-ES" sz="1600" dirty="0">
                  <a:solidFill>
                    <a:schemeClr val="accent2">
                      <a:lumMod val="50000"/>
                    </a:schemeClr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</a:rPr>
                <a:t> en Cuidando a Pancho</a:t>
              </a:r>
              <a:endParaRPr lang="en-US" sz="1600" dirty="0">
                <a:solidFill>
                  <a:schemeClr val="accent2">
                    <a:lumMod val="50000"/>
                  </a:scheme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</p:txBody>
        </p:sp>
        <p:sp>
          <p:nvSpPr>
            <p:cNvPr id="15" name="Check" descr="&lt;Tags&gt;&lt;SMARTRESIZEANCHORS&gt;None,None,Absolute,None&lt;/SMARTRESIZEANCHORS&gt;&lt;/Tags&gt;" hidden="1"/>
            <p:cNvSpPr>
              <a:spLocks noEditPoints="1"/>
            </p:cNvSpPr>
            <p:nvPr/>
          </p:nvSpPr>
          <p:spPr bwMode="auto">
            <a:xfrm>
              <a:off x="5057028" y="9984198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9015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25811044-1813-1689-E929-43FCEAF321DF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-16574" y="-8423"/>
            <a:ext cx="12208573" cy="6866424"/>
            <a:chOff x="595684" y="1261241"/>
            <a:chExt cx="6668462" cy="4352545"/>
          </a:xfrm>
        </p:grpSpPr>
        <p:sp>
          <p:nvSpPr>
            <p:cNvPr id="86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33F39BF3-8824-5A2F-5C82-7E0F44D2E8A8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595684" y="1600363"/>
              <a:ext cx="6668462" cy="401342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7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9C6C0658-5FE4-7E00-FB78-AF9ED44E8E06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95685" y="1261241"/>
              <a:ext cx="6668461" cy="3404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111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19B24B40-C446-1552-196F-321864BCE8DF}"/>
                </a:ext>
              </a:extLst>
            </p:cNvPr>
            <p:cNvSpPr>
              <a:spLocks noChangeAspect="1"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134212" y="1456200"/>
              <a:ext cx="81508" cy="71447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2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BEC30743-66C4-2E1C-7295-7801D2FCBEFB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148958" y="1306404"/>
              <a:ext cx="53761" cy="60378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B74554C-A743-E443-A198-FED9A148E0C7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088867" y="1416571"/>
              <a:ext cx="5996919" cy="150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www.cuidandoapancho.com</a:t>
              </a:r>
            </a:p>
          </p:txBody>
        </p:sp>
        <p:sp>
          <p:nvSpPr>
            <p:cNvPr id="114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A4F40239-AF12-9A01-EFC7-D4B885991055}"/>
                </a:ext>
              </a:extLst>
            </p:cNvPr>
            <p:cNvSpPr>
              <a:spLocks noChangeAspect="1"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1130447" y="1449659"/>
              <a:ext cx="51160" cy="84529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5" name="Navigation Buttons">
              <a:extLst>
                <a:ext uri="{FF2B5EF4-FFF2-40B4-BE49-F238E27FC236}">
                  <a16:creationId xmlns:a16="http://schemas.microsoft.com/office/drawing/2014/main" id="{D96052CF-4EEE-FC54-D083-4779226567A2}"/>
                </a:ext>
              </a:extLst>
            </p:cNvPr>
            <p:cNvGrpSpPr/>
            <p:nvPr/>
          </p:nvGrpSpPr>
          <p:grpSpPr>
            <a:xfrm>
              <a:off x="664460" y="1437080"/>
              <a:ext cx="350313" cy="109687"/>
              <a:chOff x="664460" y="1437080"/>
              <a:chExt cx="350313" cy="109687"/>
            </a:xfrm>
          </p:grpSpPr>
          <p:sp>
            <p:nvSpPr>
              <p:cNvPr id="116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696F685D-8E3B-BC83-D293-B0A1430E02F1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664460" y="1453684"/>
                <a:ext cx="83243" cy="76479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7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B3BED69B-06BA-E94F-5F39-27BBE8B827E0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796260" y="1453684"/>
                <a:ext cx="83243" cy="76479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8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047FBB8E-C072-429D-A0DC-62C40E0AAA5C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928062" y="1437080"/>
                <a:ext cx="86711" cy="109687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99" name="Imagen 98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" y="549049"/>
            <a:ext cx="2391284" cy="561746"/>
          </a:xfrm>
          <a:prstGeom prst="rect">
            <a:avLst/>
          </a:prstGeom>
        </p:spPr>
      </p:pic>
      <p:cxnSp>
        <p:nvCxnSpPr>
          <p:cNvPr id="100" name="Conector recto 99"/>
          <p:cNvCxnSpPr/>
          <p:nvPr/>
        </p:nvCxnSpPr>
        <p:spPr>
          <a:xfrm>
            <a:off x="0" y="1139902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ángulo 100"/>
          <p:cNvSpPr/>
          <p:nvPr/>
        </p:nvSpPr>
        <p:spPr>
          <a:xfrm>
            <a:off x="-16574" y="6630664"/>
            <a:ext cx="12208574" cy="228600"/>
          </a:xfrm>
          <a:prstGeom prst="rect">
            <a:avLst/>
          </a:prstGeom>
          <a:gradFill>
            <a:gsLst>
              <a:gs pos="0">
                <a:schemeClr val="bg1"/>
              </a:gs>
              <a:gs pos="33000">
                <a:schemeClr val="bg2"/>
              </a:gs>
              <a:gs pos="84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>
                <a:solidFill>
                  <a:schemeClr val="tx1"/>
                </a:solidFill>
              </a:rPr>
              <a:t>© Ningún derecho reservado - 2017</a:t>
            </a:r>
            <a:endParaRPr lang="en-US" sz="1050" dirty="0">
              <a:solidFill>
                <a:schemeClr val="tx1"/>
              </a:solidFill>
            </a:endParaRPr>
          </a:p>
        </p:txBody>
      </p:sp>
      <p:grpSp>
        <p:nvGrpSpPr>
          <p:cNvPr id="102" name="Grupo 101"/>
          <p:cNvGrpSpPr/>
          <p:nvPr/>
        </p:nvGrpSpPr>
        <p:grpSpPr>
          <a:xfrm>
            <a:off x="10475610" y="622021"/>
            <a:ext cx="1553119" cy="415801"/>
            <a:chOff x="4519718" y="8223232"/>
            <a:chExt cx="1553119" cy="415801"/>
          </a:xfrm>
        </p:grpSpPr>
        <p:grpSp>
          <p:nvGrpSpPr>
            <p:cNvPr id="103" name="Grupo 102"/>
            <p:cNvGrpSpPr/>
            <p:nvPr/>
          </p:nvGrpSpPr>
          <p:grpSpPr>
            <a:xfrm>
              <a:off x="4519718" y="8256590"/>
              <a:ext cx="1460954" cy="321425"/>
              <a:chOff x="4519718" y="8256590"/>
              <a:chExt cx="1460954" cy="321425"/>
            </a:xfrm>
          </p:grpSpPr>
          <p:pic>
            <p:nvPicPr>
              <p:cNvPr id="105" name="Picture 2" descr="Resultado de imagen de icono silueta usuario web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78842" y="8276185"/>
                <a:ext cx="301830" cy="3018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6" name="CuadroTexto 105"/>
              <p:cNvSpPr txBox="1"/>
              <p:nvPr/>
            </p:nvSpPr>
            <p:spPr>
              <a:xfrm>
                <a:off x="4519718" y="8256590"/>
                <a:ext cx="99815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400" i="1" dirty="0"/>
                  <a:t>Hola, Anita</a:t>
                </a:r>
                <a:endParaRPr lang="en-US" sz="1400" i="1" dirty="0"/>
              </a:p>
            </p:txBody>
          </p:sp>
        </p:grpSp>
        <p:sp>
          <p:nvSpPr>
            <p:cNvPr id="104" name="Elipse 103"/>
            <p:cNvSpPr/>
            <p:nvPr/>
          </p:nvSpPr>
          <p:spPr>
            <a:xfrm>
              <a:off x="5595581" y="8223232"/>
              <a:ext cx="477256" cy="4158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7" name="Imagen 106"/>
          <p:cNvPicPr>
            <a:picLocks noChangeAspect="1"/>
          </p:cNvPicPr>
          <p:nvPr/>
        </p:nvPicPr>
        <p:blipFill rotWithShape="1">
          <a:blip r:embed="rId16"/>
          <a:srcRect l="47755" t="6460" r="51669" b="8619"/>
          <a:stretch/>
        </p:blipFill>
        <p:spPr>
          <a:xfrm>
            <a:off x="11996383" y="1496562"/>
            <a:ext cx="166515" cy="5120640"/>
          </a:xfrm>
          <a:prstGeom prst="rect">
            <a:avLst/>
          </a:prstGeom>
        </p:spPr>
      </p:pic>
      <p:sp>
        <p:nvSpPr>
          <p:cNvPr id="108" name="Breadcrumbs"/>
          <p:cNvSpPr>
            <a:spLocks/>
          </p:cNvSpPr>
          <p:nvPr/>
        </p:nvSpPr>
        <p:spPr bwMode="auto">
          <a:xfrm>
            <a:off x="119075" y="1220482"/>
            <a:ext cx="1884665" cy="203932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900" u="sng" dirty="0">
                <a:solidFill>
                  <a:srgbClr val="5B9BD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  <a:hlinkClick r:id="rId13" action="ppaction://hlinksldjump"/>
              </a:rPr>
              <a:t>Home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13" action="ppaction://hlinksldjump"/>
              </a:rPr>
              <a:t>  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»  </a:t>
            </a:r>
            <a:r>
              <a:rPr lang="es-E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17" action="ppaction://hlinksldjump"/>
              </a:rPr>
              <a:t>Mis Mascotas</a:t>
            </a:r>
            <a:r>
              <a:rPr lang="es-E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»  Listado</a:t>
            </a:r>
            <a:endParaRPr lang="es-ES" sz="900" dirty="0">
              <a:solidFill>
                <a:srgbClr val="5F5F5F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9" name="Conector recto 108"/>
          <p:cNvCxnSpPr/>
          <p:nvPr/>
        </p:nvCxnSpPr>
        <p:spPr>
          <a:xfrm>
            <a:off x="2272" y="1442430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162304" y="1665646"/>
            <a:ext cx="11084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Foto      Nombre   Descripción				          Zona             Horario	        Acciones</a:t>
            </a:r>
            <a:endParaRPr lang="en-US" b="1" i="1" dirty="0"/>
          </a:p>
        </p:txBody>
      </p:sp>
      <p:cxnSp>
        <p:nvCxnSpPr>
          <p:cNvPr id="22" name="Conector recto 21"/>
          <p:cNvCxnSpPr>
            <a:cxnSpLocks/>
          </p:cNvCxnSpPr>
          <p:nvPr/>
        </p:nvCxnSpPr>
        <p:spPr>
          <a:xfrm flipH="1">
            <a:off x="1668322" y="1695336"/>
            <a:ext cx="8007" cy="20042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/>
          <p:cNvCxnSpPr>
            <a:cxnSpLocks/>
          </p:cNvCxnSpPr>
          <p:nvPr/>
        </p:nvCxnSpPr>
        <p:spPr>
          <a:xfrm>
            <a:off x="6135106" y="1711256"/>
            <a:ext cx="16456" cy="19883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/>
          <p:cNvCxnSpPr>
            <a:cxnSpLocks/>
          </p:cNvCxnSpPr>
          <p:nvPr/>
        </p:nvCxnSpPr>
        <p:spPr>
          <a:xfrm>
            <a:off x="7176812" y="1697608"/>
            <a:ext cx="5616" cy="20019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riángulo isósceles 49"/>
          <p:cNvSpPr/>
          <p:nvPr/>
        </p:nvSpPr>
        <p:spPr>
          <a:xfrm>
            <a:off x="8514120" y="1786404"/>
            <a:ext cx="177421" cy="1474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3" name="CuadroTexto 2052"/>
          <p:cNvSpPr txBox="1"/>
          <p:nvPr/>
        </p:nvSpPr>
        <p:spPr>
          <a:xfrm>
            <a:off x="1769691" y="2160473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un gato con un dueño un poco malvado que ha salido a capturar pitufos y necesito que 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53" name="CuadroTexto 52"/>
          <p:cNvSpPr txBox="1"/>
          <p:nvPr/>
        </p:nvSpPr>
        <p:spPr>
          <a:xfrm>
            <a:off x="841701" y="2228466"/>
            <a:ext cx="797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err="1"/>
              <a:t>Asrael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55" name="CuadroTexto 54"/>
          <p:cNvSpPr txBox="1"/>
          <p:nvPr/>
        </p:nvSpPr>
        <p:spPr>
          <a:xfrm>
            <a:off x="7213469" y="2181565"/>
            <a:ext cx="1543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chemeClr val="accent2">
                    <a:lumMod val="50000"/>
                  </a:schemeClr>
                </a:solidFill>
              </a:rPr>
              <a:t>Martes 15 Febrero 9:00 – 10:00</a:t>
            </a:r>
            <a:endParaRPr lang="es-ES" sz="105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6" name="CuadroTexto 55"/>
          <p:cNvSpPr txBox="1"/>
          <p:nvPr/>
        </p:nvSpPr>
        <p:spPr>
          <a:xfrm>
            <a:off x="1810887" y="2874016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la primera perra astronauta y necesito que me entrenen para volver al espacio cuanto antes….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57" name="CuadroTexto 56"/>
          <p:cNvSpPr txBox="1"/>
          <p:nvPr/>
        </p:nvSpPr>
        <p:spPr>
          <a:xfrm>
            <a:off x="839353" y="2984524"/>
            <a:ext cx="797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err="1"/>
              <a:t>Laika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58" name="CuadroTexto 57"/>
          <p:cNvSpPr txBox="1"/>
          <p:nvPr/>
        </p:nvSpPr>
        <p:spPr>
          <a:xfrm>
            <a:off x="5888353" y="2898187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B050"/>
                </a:solidFill>
              </a:rPr>
              <a:t>28019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59" name="CuadroTexto 58"/>
          <p:cNvSpPr txBox="1"/>
          <p:nvPr/>
        </p:nvSpPr>
        <p:spPr>
          <a:xfrm>
            <a:off x="7176812" y="2895839"/>
            <a:ext cx="1599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chemeClr val="accent2">
                    <a:lumMod val="50000"/>
                  </a:schemeClr>
                </a:solidFill>
              </a:rPr>
              <a:t>Lunes 14 Febrero </a:t>
            </a:r>
          </a:p>
          <a:p>
            <a:pPr algn="ctr"/>
            <a:r>
              <a:rPr lang="es-ES" sz="1400" b="1" dirty="0">
                <a:solidFill>
                  <a:schemeClr val="accent2">
                    <a:lumMod val="50000"/>
                  </a:schemeClr>
                </a:solidFill>
              </a:rPr>
              <a:t> 9:00 – 10:00</a:t>
            </a:r>
            <a:endParaRPr lang="es-ES" sz="105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2055" name="Conector recto 2054"/>
          <p:cNvCxnSpPr>
            <a:cxnSpLocks/>
          </p:cNvCxnSpPr>
          <p:nvPr/>
        </p:nvCxnSpPr>
        <p:spPr>
          <a:xfrm flipH="1">
            <a:off x="162304" y="2032336"/>
            <a:ext cx="11703155" cy="0"/>
          </a:xfrm>
          <a:prstGeom prst="line">
            <a:avLst/>
          </a:prstGeom>
          <a:ln w="254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62"/>
          <p:cNvCxnSpPr>
            <a:cxnSpLocks/>
          </p:cNvCxnSpPr>
          <p:nvPr/>
        </p:nvCxnSpPr>
        <p:spPr>
          <a:xfrm flipH="1">
            <a:off x="159956" y="2790788"/>
            <a:ext cx="11705503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uadroTexto 66"/>
          <p:cNvSpPr txBox="1"/>
          <p:nvPr/>
        </p:nvSpPr>
        <p:spPr>
          <a:xfrm>
            <a:off x="8546133" y="3610107"/>
            <a:ext cx="159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68" name="Conector recto 67"/>
          <p:cNvCxnSpPr>
            <a:cxnSpLocks/>
          </p:cNvCxnSpPr>
          <p:nvPr/>
        </p:nvCxnSpPr>
        <p:spPr>
          <a:xfrm flipH="1">
            <a:off x="157608" y="3519124"/>
            <a:ext cx="11707851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/>
          <p:cNvCxnSpPr>
            <a:cxnSpLocks/>
          </p:cNvCxnSpPr>
          <p:nvPr/>
        </p:nvCxnSpPr>
        <p:spPr>
          <a:xfrm>
            <a:off x="8807844" y="1710308"/>
            <a:ext cx="3462" cy="19892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ángulo redondeado 40">
            <a:hlinkClick r:id="rId18" action="ppaction://hlinksldjump"/>
          </p:cNvPr>
          <p:cNvSpPr/>
          <p:nvPr/>
        </p:nvSpPr>
        <p:spPr>
          <a:xfrm>
            <a:off x="8898892" y="2228465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Modificar</a:t>
            </a:r>
            <a:endParaRPr lang="en-US" b="1" dirty="0"/>
          </a:p>
        </p:txBody>
      </p:sp>
      <p:sp>
        <p:nvSpPr>
          <p:cNvPr id="42" name="Rectángulo redondeado 41">
            <a:hlinkClick r:id="rId18" action="ppaction://hlinksldjump"/>
          </p:cNvPr>
          <p:cNvSpPr/>
          <p:nvPr/>
        </p:nvSpPr>
        <p:spPr>
          <a:xfrm>
            <a:off x="8902627" y="2966961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Modificar</a:t>
            </a:r>
            <a:endParaRPr lang="en-US" b="1" dirty="0"/>
          </a:p>
        </p:txBody>
      </p:sp>
      <p:cxnSp>
        <p:nvCxnSpPr>
          <p:cNvPr id="110" name="Conector recto 109"/>
          <p:cNvCxnSpPr>
            <a:cxnSpLocks/>
          </p:cNvCxnSpPr>
          <p:nvPr/>
        </p:nvCxnSpPr>
        <p:spPr>
          <a:xfrm flipH="1">
            <a:off x="796349" y="1711256"/>
            <a:ext cx="8728" cy="19883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Resultado de imagen de azrael gato"/>
          <p:cNvPicPr>
            <a:picLocks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47" t="19319" r="2007" b="39845"/>
          <a:stretch/>
        </p:blipFill>
        <p:spPr bwMode="auto">
          <a:xfrm>
            <a:off x="214436" y="2143917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Imagen relacionada"/>
          <p:cNvPicPr>
            <a:picLocks noChangeArrowheads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81" b="5029"/>
          <a:stretch/>
        </p:blipFill>
        <p:spPr bwMode="auto">
          <a:xfrm>
            <a:off x="209261" y="2924332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Resultado de imagen de pica gato simpsons"/>
          <p:cNvPicPr>
            <a:picLocks noChangeArrowheads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68" b="43024"/>
          <a:stretch/>
        </p:blipFill>
        <p:spPr bwMode="auto">
          <a:xfrm>
            <a:off x="682387" y="-731837"/>
            <a:ext cx="0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ángulo redondeado 40">
            <a:hlinkClick r:id="rId18" action="ppaction://hlinksldjump"/>
            <a:extLst>
              <a:ext uri="{FF2B5EF4-FFF2-40B4-BE49-F238E27FC236}">
                <a16:creationId xmlns:a16="http://schemas.microsoft.com/office/drawing/2014/main" id="{B84BD8CE-7632-4E97-F38A-2015A78460B6}"/>
              </a:ext>
            </a:extLst>
          </p:cNvPr>
          <p:cNvSpPr/>
          <p:nvPr/>
        </p:nvSpPr>
        <p:spPr>
          <a:xfrm>
            <a:off x="10033238" y="2218192"/>
            <a:ext cx="783218" cy="36172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Borrar</a:t>
            </a:r>
            <a:endParaRPr lang="en-US" b="1" dirty="0"/>
          </a:p>
        </p:txBody>
      </p:sp>
      <p:sp>
        <p:nvSpPr>
          <p:cNvPr id="16" name="Rectángulo redondeado 40">
            <a:hlinkClick r:id="rId18" action="ppaction://hlinksldjump"/>
            <a:extLst>
              <a:ext uri="{FF2B5EF4-FFF2-40B4-BE49-F238E27FC236}">
                <a16:creationId xmlns:a16="http://schemas.microsoft.com/office/drawing/2014/main" id="{E11EB7B3-5804-634E-C6E3-913EE3E303E4}"/>
              </a:ext>
            </a:extLst>
          </p:cNvPr>
          <p:cNvSpPr/>
          <p:nvPr/>
        </p:nvSpPr>
        <p:spPr>
          <a:xfrm>
            <a:off x="10033238" y="2969812"/>
            <a:ext cx="783218" cy="36172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Borrar</a:t>
            </a:r>
            <a:endParaRPr lang="en-US" b="1" dirty="0"/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788B907B-B02B-25E8-A208-A8A69B5E8B2D}"/>
              </a:ext>
            </a:extLst>
          </p:cNvPr>
          <p:cNvGrpSpPr/>
          <p:nvPr/>
        </p:nvGrpSpPr>
        <p:grpSpPr>
          <a:xfrm>
            <a:off x="209261" y="3893332"/>
            <a:ext cx="2238781" cy="986658"/>
            <a:chOff x="3145218" y="5069960"/>
            <a:chExt cx="2238781" cy="986658"/>
          </a:xfrm>
        </p:grpSpPr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E5BC7CAF-32D4-6E1D-38FE-BDB9303A0E1D}"/>
                </a:ext>
              </a:extLst>
            </p:cNvPr>
            <p:cNvSpPr txBox="1"/>
            <p:nvPr/>
          </p:nvSpPr>
          <p:spPr>
            <a:xfrm>
              <a:off x="4060376" y="5158850"/>
              <a:ext cx="125899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2">
                      <a:lumMod val="50000"/>
                    </a:schemeClr>
                  </a:solidFill>
                </a:rPr>
                <a:t>Agrega </a:t>
              </a:r>
            </a:p>
            <a:p>
              <a:pPr algn="ctr"/>
              <a:r>
                <a:rPr lang="es-ES" sz="2400" b="1" dirty="0">
                  <a:solidFill>
                    <a:schemeClr val="accent2">
                      <a:lumMod val="50000"/>
                    </a:schemeClr>
                  </a:solidFill>
                </a:rPr>
                <a:t>mascota</a:t>
              </a:r>
              <a:endParaRPr lang="en-US" sz="2400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D1631E34-C872-8C4C-C4E9-D5DF8C9200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5058" y="5102042"/>
              <a:ext cx="877085" cy="877085"/>
            </a:xfrm>
            <a:prstGeom prst="rect">
              <a:avLst/>
            </a:prstGeom>
          </p:spPr>
        </p:pic>
        <p:sp>
          <p:nvSpPr>
            <p:cNvPr id="30" name="Rectángulo redondeado 16">
              <a:hlinkClick r:id="rId23" action="ppaction://hlinksldjump"/>
              <a:extLst>
                <a:ext uri="{FF2B5EF4-FFF2-40B4-BE49-F238E27FC236}">
                  <a16:creationId xmlns:a16="http://schemas.microsoft.com/office/drawing/2014/main" id="{FE553F9B-6D18-8919-3799-04022065F91D}"/>
                </a:ext>
              </a:extLst>
            </p:cNvPr>
            <p:cNvSpPr>
              <a:spLocks/>
            </p:cNvSpPr>
            <p:nvPr/>
          </p:nvSpPr>
          <p:spPr>
            <a:xfrm>
              <a:off x="3145218" y="5069960"/>
              <a:ext cx="2238781" cy="98665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" name="Grupo 1"/>
          <p:cNvGrpSpPr/>
          <p:nvPr/>
        </p:nvGrpSpPr>
        <p:grpSpPr>
          <a:xfrm>
            <a:off x="10899244" y="2151105"/>
            <a:ext cx="1054873" cy="523220"/>
            <a:chOff x="9503136" y="4625308"/>
            <a:chExt cx="1054873" cy="523220"/>
          </a:xfrm>
        </p:grpSpPr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56862756-95F3-5634-B01A-795D111E7801}"/>
                </a:ext>
              </a:extLst>
            </p:cNvPr>
            <p:cNvSpPr txBox="1"/>
            <p:nvPr/>
          </p:nvSpPr>
          <p:spPr>
            <a:xfrm>
              <a:off x="9717944" y="4625308"/>
              <a:ext cx="8400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b="1" u="sng" dirty="0">
                  <a:solidFill>
                    <a:schemeClr val="accent2">
                      <a:lumMod val="50000"/>
                    </a:schemeClr>
                  </a:solidFill>
                </a:rPr>
                <a:t>Buscar </a:t>
              </a:r>
            </a:p>
            <a:p>
              <a:r>
                <a:rPr lang="es-ES" sz="1400" b="1" u="sng" dirty="0">
                  <a:solidFill>
                    <a:schemeClr val="accent2">
                      <a:lumMod val="50000"/>
                    </a:schemeClr>
                  </a:solidFill>
                </a:rPr>
                <a:t>cuidador</a:t>
              </a:r>
            </a:p>
          </p:txBody>
        </p:sp>
        <p:grpSp>
          <p:nvGrpSpPr>
            <p:cNvPr id="70" name="Grupo 69">
              <a:extLst>
                <a:ext uri="{FF2B5EF4-FFF2-40B4-BE49-F238E27FC236}">
                  <a16:creationId xmlns:a16="http://schemas.microsoft.com/office/drawing/2014/main" id="{8A6EC71D-1C6B-97D5-8197-317518677E43}"/>
                </a:ext>
              </a:extLst>
            </p:cNvPr>
            <p:cNvGrpSpPr/>
            <p:nvPr/>
          </p:nvGrpSpPr>
          <p:grpSpPr>
            <a:xfrm>
              <a:off x="9503136" y="4689407"/>
              <a:ext cx="1054873" cy="411421"/>
              <a:chOff x="9530705" y="5435717"/>
              <a:chExt cx="1054873" cy="411421"/>
            </a:xfrm>
          </p:grpSpPr>
          <p:pic>
            <p:nvPicPr>
              <p:cNvPr id="83" name="Imagen 82">
                <a:extLst>
                  <a:ext uri="{FF2B5EF4-FFF2-40B4-BE49-F238E27FC236}">
                    <a16:creationId xmlns:a16="http://schemas.microsoft.com/office/drawing/2014/main" id="{FF1C4DEE-11D4-5BAF-F33E-EE992A1F26E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3299" b="66883"/>
              <a:stretch/>
            </p:blipFill>
            <p:spPr>
              <a:xfrm>
                <a:off x="9530706" y="5483106"/>
                <a:ext cx="248681" cy="290388"/>
              </a:xfrm>
              <a:prstGeom prst="rect">
                <a:avLst/>
              </a:prstGeom>
            </p:spPr>
          </p:pic>
          <p:sp>
            <p:nvSpPr>
              <p:cNvPr id="84" name="Rectángulo redondeado 16">
                <a:hlinkClick r:id="rId25" action="ppaction://hlinksldjump"/>
                <a:extLst>
                  <a:ext uri="{FF2B5EF4-FFF2-40B4-BE49-F238E27FC236}">
                    <a16:creationId xmlns:a16="http://schemas.microsoft.com/office/drawing/2014/main" id="{0868B5ED-21AE-F907-8018-68F719EC3954}"/>
                  </a:ext>
                </a:extLst>
              </p:cNvPr>
              <p:cNvSpPr/>
              <p:nvPr/>
            </p:nvSpPr>
            <p:spPr>
              <a:xfrm>
                <a:off x="9530705" y="5435717"/>
                <a:ext cx="1054873" cy="41142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122" name="Imagen 121" descr="Icono&#10;&#10;Descripción generada automáticamente">
            <a:extLst>
              <a:ext uri="{FF2B5EF4-FFF2-40B4-BE49-F238E27FC236}">
                <a16:creationId xmlns:a16="http://schemas.microsoft.com/office/drawing/2014/main" id="{BA0D6F8A-7FC7-F179-BE1F-E2116B31DC0F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7"/>
              </a:ext>
            </a:extLst>
          </a:blip>
          <a:stretch>
            <a:fillRect/>
          </a:stretch>
        </p:blipFill>
        <p:spPr>
          <a:xfrm>
            <a:off x="9939938" y="561011"/>
            <a:ext cx="533400" cy="533400"/>
          </a:xfrm>
          <a:prstGeom prst="rect">
            <a:avLst/>
          </a:prstGeom>
        </p:spPr>
      </p:pic>
      <p:sp>
        <p:nvSpPr>
          <p:cNvPr id="123" name="CuadroTexto 122">
            <a:extLst>
              <a:ext uri="{FF2B5EF4-FFF2-40B4-BE49-F238E27FC236}">
                <a16:creationId xmlns:a16="http://schemas.microsoft.com/office/drawing/2014/main" id="{7A5D33D2-D1D1-C37A-EE49-5C3BDE25499B}"/>
              </a:ext>
            </a:extLst>
          </p:cNvPr>
          <p:cNvSpPr txBox="1"/>
          <p:nvPr/>
        </p:nvSpPr>
        <p:spPr>
          <a:xfrm>
            <a:off x="10873408" y="2908701"/>
            <a:ext cx="992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i="1" dirty="0"/>
              <a:t>Cuidador: Marcos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2748615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Browser" descr="&lt;SmartSettings&gt;&lt;SmartResize enabled=&quot;True&quot; minWidth=&quot;140&quot; minHeight=&quot;5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-16574" y="-5693"/>
            <a:ext cx="12208573" cy="6866424"/>
            <a:chOff x="595684" y="1261241"/>
            <a:chExt cx="6668462" cy="4352545"/>
          </a:xfrm>
        </p:grpSpPr>
        <p:sp>
          <p:nvSpPr>
            <p:cNvPr id="42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595684" y="1600363"/>
              <a:ext cx="6668462" cy="401342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3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595685" y="1261241"/>
              <a:ext cx="6668461" cy="3404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44" name="Menu Button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134212" y="1456200"/>
              <a:ext cx="81508" cy="71447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5" name="Close Button" descr="&lt;SmartSettings&gt;&lt;SmartResize anchorLeft=&quot;None&quot; anchorTop=&quot;Absolute&quot; anchorRight=&quot;Absolute&quot; anchorBottom=&quot;None&quot; /&gt;&lt;/SmartSettings&gt;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148958" y="1306404"/>
              <a:ext cx="53761" cy="60378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6" name="Address Box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6"/>
              </p:custDataLst>
            </p:nvPr>
          </p:nvSpPr>
          <p:spPr>
            <a:xfrm>
              <a:off x="1088867" y="1416571"/>
              <a:ext cx="5996919" cy="150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www.cuidandoapancho.com/encuentraCuidador</a:t>
              </a:r>
            </a:p>
          </p:txBody>
        </p:sp>
        <p:sp>
          <p:nvSpPr>
            <p:cNvPr id="47" name="Document Icon" descr="&lt;SmartSettings&gt;&lt;SmartResize anchorLeft=&quot;Absolute&quot; anchorTop=&quot;Absolute&quot; anchorRight=&quot;None&quot; anchorBottom=&quot;None&quot; /&gt;&lt;/SmartSettings&gt;"/>
            <p:cNvSpPr>
              <a:spLocks noChangeAspect="1"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1130447" y="1449659"/>
              <a:ext cx="51160" cy="84529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48" name="Navigation Buttons"/>
            <p:cNvGrpSpPr/>
            <p:nvPr/>
          </p:nvGrpSpPr>
          <p:grpSpPr>
            <a:xfrm>
              <a:off x="664460" y="1437080"/>
              <a:ext cx="350313" cy="109687"/>
              <a:chOff x="664460" y="1437080"/>
              <a:chExt cx="350313" cy="109687"/>
            </a:xfrm>
          </p:grpSpPr>
          <p:sp>
            <p:nvSpPr>
              <p:cNvPr id="49" name="Back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664460" y="1453684"/>
                <a:ext cx="83243" cy="76479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0" name="Forwar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796260" y="1453684"/>
                <a:ext cx="83243" cy="76479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1" name="Reloa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928062" y="1437080"/>
                <a:ext cx="86711" cy="109687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52" name="Imagen 51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" y="549049"/>
            <a:ext cx="2391284" cy="561746"/>
          </a:xfrm>
          <a:prstGeom prst="rect">
            <a:avLst/>
          </a:prstGeom>
        </p:spPr>
      </p:pic>
      <p:cxnSp>
        <p:nvCxnSpPr>
          <p:cNvPr id="53" name="Conector recto 52"/>
          <p:cNvCxnSpPr/>
          <p:nvPr/>
        </p:nvCxnSpPr>
        <p:spPr>
          <a:xfrm>
            <a:off x="0" y="1139902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ángulo 53"/>
          <p:cNvSpPr/>
          <p:nvPr/>
        </p:nvSpPr>
        <p:spPr>
          <a:xfrm>
            <a:off x="-16574" y="6630664"/>
            <a:ext cx="12208574" cy="228600"/>
          </a:xfrm>
          <a:prstGeom prst="rect">
            <a:avLst/>
          </a:prstGeom>
          <a:gradFill>
            <a:gsLst>
              <a:gs pos="0">
                <a:schemeClr val="bg1"/>
              </a:gs>
              <a:gs pos="33000">
                <a:schemeClr val="bg2"/>
              </a:gs>
              <a:gs pos="84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>
                <a:solidFill>
                  <a:schemeClr val="tx1"/>
                </a:solidFill>
              </a:rPr>
              <a:t>© Ningún derecho reservado - 2017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1561073" y="1946029"/>
            <a:ext cx="1194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chemeClr val="accent4">
                    <a:lumMod val="50000"/>
                  </a:schemeClr>
                </a:solidFill>
              </a:rPr>
              <a:t>Me llamo</a:t>
            </a: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1587218" y="3331229"/>
            <a:ext cx="15664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4">
                    <a:lumMod val="50000"/>
                  </a:schemeClr>
                </a:solidFill>
              </a:rPr>
              <a:t>Necesito ser </a:t>
            </a:r>
          </a:p>
          <a:p>
            <a:pPr algn="ctr"/>
            <a:r>
              <a:rPr lang="es-ES" sz="2000" b="1" dirty="0">
                <a:solidFill>
                  <a:schemeClr val="accent4">
                    <a:lumMod val="50000"/>
                  </a:schemeClr>
                </a:solidFill>
              </a:rPr>
              <a:t>cuidado a las</a:t>
            </a: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35" y="1772441"/>
            <a:ext cx="716508" cy="716508"/>
          </a:xfrm>
          <a:prstGeom prst="rect">
            <a:avLst/>
          </a:prstGeom>
        </p:spPr>
      </p:pic>
      <p:pic>
        <p:nvPicPr>
          <p:cNvPr id="2050" name="Picture 2" descr="Resultado de imagen de reloj dibujo"/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66" t="66678" b="2912"/>
          <a:stretch/>
        </p:blipFill>
        <p:spPr bwMode="auto">
          <a:xfrm>
            <a:off x="734084" y="3431621"/>
            <a:ext cx="653610" cy="630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CuadroTexto 24"/>
          <p:cNvSpPr txBox="1"/>
          <p:nvPr/>
        </p:nvSpPr>
        <p:spPr>
          <a:xfrm>
            <a:off x="1587218" y="2638036"/>
            <a:ext cx="982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chemeClr val="accent4">
                    <a:lumMod val="50000"/>
                  </a:schemeClr>
                </a:solidFill>
              </a:rPr>
              <a:t>Vivo en</a:t>
            </a: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26" name="Imagen 2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70" y="2617598"/>
            <a:ext cx="716508" cy="506324"/>
          </a:xfrm>
          <a:prstGeom prst="rect">
            <a:avLst/>
          </a:prstGeom>
        </p:spPr>
      </p:pic>
      <p:sp>
        <p:nvSpPr>
          <p:cNvPr id="24" name="Rectángulo redondeado 23"/>
          <p:cNvSpPr/>
          <p:nvPr/>
        </p:nvSpPr>
        <p:spPr>
          <a:xfrm>
            <a:off x="3242867" y="1946029"/>
            <a:ext cx="2146238" cy="369332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 i="1" dirty="0">
                <a:solidFill>
                  <a:schemeClr val="bg1">
                    <a:lumMod val="50000"/>
                  </a:schemeClr>
                </a:solidFill>
              </a:rPr>
              <a:t>Pancho</a:t>
            </a:r>
            <a:endParaRPr lang="en-US" dirty="0"/>
          </a:p>
        </p:txBody>
      </p:sp>
      <p:sp>
        <p:nvSpPr>
          <p:cNvPr id="29" name="Rectángulo redondeado 28"/>
          <p:cNvSpPr/>
          <p:nvPr/>
        </p:nvSpPr>
        <p:spPr>
          <a:xfrm>
            <a:off x="3269005" y="2638036"/>
            <a:ext cx="2146238" cy="369332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 i="1" dirty="0">
                <a:solidFill>
                  <a:schemeClr val="bg1">
                    <a:lumMod val="50000"/>
                  </a:schemeClr>
                </a:solidFill>
              </a:rPr>
              <a:t>Código postal</a:t>
            </a:r>
            <a:endParaRPr lang="en-US" sz="14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Rectángulo redondeado 29"/>
          <p:cNvSpPr/>
          <p:nvPr/>
        </p:nvSpPr>
        <p:spPr>
          <a:xfrm>
            <a:off x="3249196" y="3477128"/>
            <a:ext cx="2146238" cy="369332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 i="1" dirty="0">
                <a:solidFill>
                  <a:schemeClr val="bg1">
                    <a:lumMod val="50000"/>
                  </a:schemeClr>
                </a:solidFill>
              </a:rPr>
              <a:t>Día y hora</a:t>
            </a:r>
            <a:endParaRPr lang="en-US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299" b="66883"/>
          <a:stretch/>
        </p:blipFill>
        <p:spPr>
          <a:xfrm>
            <a:off x="750692" y="5431431"/>
            <a:ext cx="734406" cy="857574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682417" y="5352755"/>
            <a:ext cx="2238781" cy="986658"/>
            <a:chOff x="5306770" y="4763530"/>
            <a:chExt cx="2238781" cy="986658"/>
          </a:xfrm>
        </p:grpSpPr>
        <p:sp>
          <p:nvSpPr>
            <p:cNvPr id="19" name="CuadroTexto 18"/>
            <p:cNvSpPr txBox="1"/>
            <p:nvPr/>
          </p:nvSpPr>
          <p:spPr>
            <a:xfrm>
              <a:off x="6004295" y="4873887"/>
              <a:ext cx="154125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2">
                      <a:lumMod val="50000"/>
                    </a:schemeClr>
                  </a:solidFill>
                </a:rPr>
                <a:t>Encuentra </a:t>
              </a:r>
            </a:p>
            <a:p>
              <a:pPr algn="ctr"/>
              <a:r>
                <a:rPr lang="es-ES" sz="2400" b="1" dirty="0">
                  <a:solidFill>
                    <a:schemeClr val="accent2">
                      <a:lumMod val="50000"/>
                    </a:schemeClr>
                  </a:solidFill>
                </a:rPr>
                <a:t>cuidador</a:t>
              </a:r>
              <a:endParaRPr lang="en-US" sz="2400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17" name="Rectángulo redondeado 16">
              <a:hlinkClick r:id="rId19" action="ppaction://hlinksldjump"/>
            </p:cNvPr>
            <p:cNvSpPr/>
            <p:nvPr/>
          </p:nvSpPr>
          <p:spPr>
            <a:xfrm>
              <a:off x="5306770" y="4763530"/>
              <a:ext cx="2238781" cy="98665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upo 2"/>
          <p:cNvGrpSpPr/>
          <p:nvPr/>
        </p:nvGrpSpPr>
        <p:grpSpPr>
          <a:xfrm>
            <a:off x="6161649" y="2038350"/>
            <a:ext cx="5382652" cy="3616220"/>
            <a:chOff x="5715000" y="1850867"/>
            <a:chExt cx="6300301" cy="4200201"/>
          </a:xfrm>
        </p:grpSpPr>
        <p:pic>
          <p:nvPicPr>
            <p:cNvPr id="1032" name="Picture 8" descr="Imagen relacionada"/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0" y="1850867"/>
              <a:ext cx="6300301" cy="42002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Imagen relacionada"/>
            <p:cNvPicPr>
              <a:picLocks noChangeAspect="1" noChangeArrowheads="1"/>
            </p:cNvPicPr>
            <p:nvPr/>
          </p:nvPicPr>
          <p:blipFill rotWithShape="1"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501"/>
            <a:stretch/>
          </p:blipFill>
          <p:spPr bwMode="auto">
            <a:xfrm flipV="1">
              <a:off x="11468099" y="3211115"/>
              <a:ext cx="457200" cy="1101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Picture 12" descr="Imagen relacionada"/>
            <p:cNvPicPr>
              <a:picLocks noChangeAspect="1" noChangeArrowheads="1"/>
            </p:cNvPicPr>
            <p:nvPr/>
          </p:nvPicPr>
          <p:blipFill rotWithShape="1"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9161"/>
            <a:stretch/>
          </p:blipFill>
          <p:spPr bwMode="auto">
            <a:xfrm flipV="1">
              <a:off x="5775783" y="3244604"/>
              <a:ext cx="449933" cy="11017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CuadroTexto 1"/>
            <p:cNvSpPr txBox="1"/>
            <p:nvPr/>
          </p:nvSpPr>
          <p:spPr>
            <a:xfrm>
              <a:off x="6695374" y="5462299"/>
              <a:ext cx="4339553" cy="5362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2400" b="1" dirty="0">
                  <a:ln w="1270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</a:rPr>
                <a:t>Conoce a nuestros cuidadores</a:t>
              </a:r>
              <a:endParaRPr lang="en-US" sz="2400" b="1" dirty="0">
                <a:ln w="1270">
                  <a:solidFill>
                    <a:schemeClr val="tx1"/>
                  </a:solidFill>
                </a:ln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</p:txBody>
        </p:sp>
      </p:grpSp>
      <p:sp>
        <p:nvSpPr>
          <p:cNvPr id="5" name="Rectángulo redondeado 4"/>
          <p:cNvSpPr/>
          <p:nvPr/>
        </p:nvSpPr>
        <p:spPr>
          <a:xfrm>
            <a:off x="267286" y="1287542"/>
            <a:ext cx="5528603" cy="5189898"/>
          </a:xfrm>
          <a:prstGeom prst="roundRect">
            <a:avLst>
              <a:gd name="adj" fmla="val 4362"/>
            </a:avLst>
          </a:prstGeom>
          <a:noFill/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upo 11"/>
          <p:cNvGrpSpPr/>
          <p:nvPr/>
        </p:nvGrpSpPr>
        <p:grpSpPr>
          <a:xfrm>
            <a:off x="10475610" y="622021"/>
            <a:ext cx="1553119" cy="415801"/>
            <a:chOff x="4519718" y="8223232"/>
            <a:chExt cx="1553119" cy="415801"/>
          </a:xfrm>
        </p:grpSpPr>
        <p:grpSp>
          <p:nvGrpSpPr>
            <p:cNvPr id="9" name="Grupo 8"/>
            <p:cNvGrpSpPr/>
            <p:nvPr/>
          </p:nvGrpSpPr>
          <p:grpSpPr>
            <a:xfrm>
              <a:off x="4519718" y="8256590"/>
              <a:ext cx="1460954" cy="321425"/>
              <a:chOff x="4519718" y="8256590"/>
              <a:chExt cx="1460954" cy="321425"/>
            </a:xfrm>
          </p:grpSpPr>
          <p:pic>
            <p:nvPicPr>
              <p:cNvPr id="7" name="Picture 2" descr="Resultado de imagen de icono silueta usuario web"/>
              <p:cNvPicPr>
                <a:picLocks noChangeAspect="1" noChangeArrowheads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78842" y="8276185"/>
                <a:ext cx="301830" cy="3018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CuadroTexto 7"/>
              <p:cNvSpPr txBox="1"/>
              <p:nvPr/>
            </p:nvSpPr>
            <p:spPr>
              <a:xfrm>
                <a:off x="4519718" y="8256590"/>
                <a:ext cx="99815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400" i="1" dirty="0"/>
                  <a:t>Hola, Anita</a:t>
                </a:r>
                <a:endParaRPr lang="en-US" sz="1400" i="1" dirty="0"/>
              </a:p>
            </p:txBody>
          </p:sp>
        </p:grpSp>
        <p:sp>
          <p:nvSpPr>
            <p:cNvPr id="10" name="Elipse 9"/>
            <p:cNvSpPr/>
            <p:nvPr/>
          </p:nvSpPr>
          <p:spPr>
            <a:xfrm>
              <a:off x="5595581" y="8223232"/>
              <a:ext cx="477256" cy="4158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51B1FCB-23B0-B3A1-D624-A1506A519F0C}"/>
              </a:ext>
            </a:extLst>
          </p:cNvPr>
          <p:cNvSpPr txBox="1"/>
          <p:nvPr/>
        </p:nvSpPr>
        <p:spPr>
          <a:xfrm>
            <a:off x="2109401" y="1390859"/>
            <a:ext cx="2235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chemeClr val="accent4">
                    <a:lumMod val="50000"/>
                  </a:schemeClr>
                </a:solidFill>
              </a:rPr>
              <a:t>Alta de mascota</a:t>
            </a:r>
            <a:endParaRPr lang="en-US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48982BA-0350-FAEF-5365-548795AA96D4}"/>
              </a:ext>
            </a:extLst>
          </p:cNvPr>
          <p:cNvSpPr txBox="1"/>
          <p:nvPr/>
        </p:nvSpPr>
        <p:spPr>
          <a:xfrm>
            <a:off x="4060376" y="5435303"/>
            <a:ext cx="12589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2">
                    <a:lumMod val="50000"/>
                  </a:schemeClr>
                </a:solidFill>
              </a:rPr>
              <a:t>Agrega </a:t>
            </a:r>
          </a:p>
          <a:p>
            <a:pPr algn="ctr"/>
            <a:r>
              <a:rPr lang="es-ES" sz="2400" b="1" dirty="0">
                <a:solidFill>
                  <a:schemeClr val="accent2">
                    <a:lumMod val="50000"/>
                  </a:schemeClr>
                </a:solidFill>
              </a:rPr>
              <a:t>mascota</a:t>
            </a:r>
            <a:endParaRPr lang="en-US" sz="2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7" name="Rectángulo redondeado 16">
            <a:hlinkClick r:id="rId24" action="ppaction://hlinksldjump"/>
            <a:extLst>
              <a:ext uri="{FF2B5EF4-FFF2-40B4-BE49-F238E27FC236}">
                <a16:creationId xmlns:a16="http://schemas.microsoft.com/office/drawing/2014/main" id="{EF739630-FE4D-3882-16B6-2F83E1C7446C}"/>
              </a:ext>
            </a:extLst>
          </p:cNvPr>
          <p:cNvSpPr>
            <a:spLocks/>
          </p:cNvSpPr>
          <p:nvPr/>
        </p:nvSpPr>
        <p:spPr>
          <a:xfrm>
            <a:off x="3145218" y="5346413"/>
            <a:ext cx="2238781" cy="98665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3B179249-7A03-D700-B630-69DC711CD7E5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058" y="5378495"/>
            <a:ext cx="877085" cy="877085"/>
          </a:xfrm>
          <a:prstGeom prst="rect">
            <a:avLst/>
          </a:prstGeom>
        </p:spPr>
      </p:pic>
      <p:pic>
        <p:nvPicPr>
          <p:cNvPr id="33" name="Imagen 32" descr="Icono&#10;&#10;Descripción generada automáticamente">
            <a:extLst>
              <a:ext uri="{FF2B5EF4-FFF2-40B4-BE49-F238E27FC236}">
                <a16:creationId xmlns:a16="http://schemas.microsoft.com/office/drawing/2014/main" id="{D27327E2-4B75-CCE9-B065-6B1EDAF585C6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7"/>
              </a:ext>
            </a:extLst>
          </a:blip>
          <a:stretch>
            <a:fillRect/>
          </a:stretch>
        </p:blipFill>
        <p:spPr>
          <a:xfrm>
            <a:off x="832145" y="4208755"/>
            <a:ext cx="571500" cy="571500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7AA4AE93-9FDC-BF04-6905-FD41B2FA9FD6}"/>
              </a:ext>
            </a:extLst>
          </p:cNvPr>
          <p:cNvSpPr txBox="1"/>
          <p:nvPr/>
        </p:nvSpPr>
        <p:spPr>
          <a:xfrm>
            <a:off x="1587218" y="3330043"/>
            <a:ext cx="15664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4">
                    <a:lumMod val="50000"/>
                  </a:schemeClr>
                </a:solidFill>
              </a:rPr>
              <a:t>Necesito ser </a:t>
            </a:r>
          </a:p>
          <a:p>
            <a:pPr algn="ctr"/>
            <a:r>
              <a:rPr lang="es-ES" sz="2000" b="1" dirty="0">
                <a:solidFill>
                  <a:schemeClr val="accent4">
                    <a:lumMod val="50000"/>
                  </a:schemeClr>
                </a:solidFill>
              </a:rPr>
              <a:t>cuidado a las</a:t>
            </a: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D047DA7-211D-7EDD-EA49-7B7EE98561E0}"/>
              </a:ext>
            </a:extLst>
          </p:cNvPr>
          <p:cNvSpPr txBox="1"/>
          <p:nvPr/>
        </p:nvSpPr>
        <p:spPr>
          <a:xfrm>
            <a:off x="1583589" y="4337359"/>
            <a:ext cx="1423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4">
                    <a:lumMod val="50000"/>
                  </a:schemeClr>
                </a:solidFill>
              </a:rPr>
              <a:t>Descripción</a:t>
            </a: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6" name="Rectángulo redondeado 29">
            <a:extLst>
              <a:ext uri="{FF2B5EF4-FFF2-40B4-BE49-F238E27FC236}">
                <a16:creationId xmlns:a16="http://schemas.microsoft.com/office/drawing/2014/main" id="{5A4BEAF8-72D6-6C64-09D3-9FC62715A6E0}"/>
              </a:ext>
            </a:extLst>
          </p:cNvPr>
          <p:cNvSpPr/>
          <p:nvPr/>
        </p:nvSpPr>
        <p:spPr>
          <a:xfrm>
            <a:off x="3237761" y="4337359"/>
            <a:ext cx="2146238" cy="369332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 i="1" dirty="0">
                <a:solidFill>
                  <a:schemeClr val="bg1">
                    <a:lumMod val="50000"/>
                  </a:schemeClr>
                </a:solidFill>
              </a:rPr>
              <a:t>Descripción</a:t>
            </a:r>
            <a:endParaRPr lang="en-US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0" name="Imagen 39" descr="Icono&#10;&#10;Descripción generada automáticamente">
            <a:extLst>
              <a:ext uri="{FF2B5EF4-FFF2-40B4-BE49-F238E27FC236}">
                <a16:creationId xmlns:a16="http://schemas.microsoft.com/office/drawing/2014/main" id="{F49087F7-0BB9-2CE9-A0E9-F05F3F6DE799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9"/>
              </a:ext>
            </a:extLst>
          </a:blip>
          <a:stretch>
            <a:fillRect/>
          </a:stretch>
        </p:blipFill>
        <p:spPr>
          <a:xfrm>
            <a:off x="9933306" y="571269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362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Browser" descr="&lt;SmartSettings&gt;&lt;SmartResize enabled=&quot;True&quot; minWidth=&quot;140&quot; minHeight=&quot;5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-16574" y="-5693"/>
            <a:ext cx="12208573" cy="6866424"/>
            <a:chOff x="595684" y="1261241"/>
            <a:chExt cx="6668462" cy="4352545"/>
          </a:xfrm>
        </p:grpSpPr>
        <p:sp>
          <p:nvSpPr>
            <p:cNvPr id="42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595684" y="1600363"/>
              <a:ext cx="6668462" cy="401342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3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595685" y="1261241"/>
              <a:ext cx="6668461" cy="3404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44" name="Menu Button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134212" y="1456200"/>
              <a:ext cx="81508" cy="71447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5" name="Close Button" descr="&lt;SmartSettings&gt;&lt;SmartResize anchorLeft=&quot;None&quot; anchorTop=&quot;Absolute&quot; anchorRight=&quot;Absolute&quot; anchorBottom=&quot;None&quot; /&gt;&lt;/SmartSettings&gt;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148958" y="1306404"/>
              <a:ext cx="53761" cy="60378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6" name="Address Box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6"/>
              </p:custDataLst>
            </p:nvPr>
          </p:nvSpPr>
          <p:spPr>
            <a:xfrm>
              <a:off x="1088867" y="1416571"/>
              <a:ext cx="5996919" cy="150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www.cuidandoapancho.com/encuentraCuidador</a:t>
              </a:r>
            </a:p>
          </p:txBody>
        </p:sp>
        <p:sp>
          <p:nvSpPr>
            <p:cNvPr id="47" name="Document Icon" descr="&lt;SmartSettings&gt;&lt;SmartResize anchorLeft=&quot;Absolute&quot; anchorTop=&quot;Absolute&quot; anchorRight=&quot;None&quot; anchorBottom=&quot;None&quot; /&gt;&lt;/SmartSettings&gt;"/>
            <p:cNvSpPr>
              <a:spLocks noChangeAspect="1"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1130447" y="1449659"/>
              <a:ext cx="51160" cy="84529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48" name="Navigation Buttons"/>
            <p:cNvGrpSpPr/>
            <p:nvPr/>
          </p:nvGrpSpPr>
          <p:grpSpPr>
            <a:xfrm>
              <a:off x="664460" y="1437080"/>
              <a:ext cx="350313" cy="109687"/>
              <a:chOff x="664460" y="1437080"/>
              <a:chExt cx="350313" cy="109687"/>
            </a:xfrm>
          </p:grpSpPr>
          <p:sp>
            <p:nvSpPr>
              <p:cNvPr id="49" name="Back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664460" y="1453684"/>
                <a:ext cx="83243" cy="76479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0" name="Forwar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796260" y="1453684"/>
                <a:ext cx="83243" cy="76479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1" name="Reloa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928062" y="1437080"/>
                <a:ext cx="86711" cy="109687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52" name="Imagen 51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" y="549049"/>
            <a:ext cx="2391284" cy="561746"/>
          </a:xfrm>
          <a:prstGeom prst="rect">
            <a:avLst/>
          </a:prstGeom>
        </p:spPr>
      </p:pic>
      <p:cxnSp>
        <p:nvCxnSpPr>
          <p:cNvPr id="53" name="Conector recto 52"/>
          <p:cNvCxnSpPr/>
          <p:nvPr/>
        </p:nvCxnSpPr>
        <p:spPr>
          <a:xfrm>
            <a:off x="0" y="1139902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ángulo 53"/>
          <p:cNvSpPr/>
          <p:nvPr/>
        </p:nvSpPr>
        <p:spPr>
          <a:xfrm>
            <a:off x="-16574" y="6630664"/>
            <a:ext cx="12208574" cy="228600"/>
          </a:xfrm>
          <a:prstGeom prst="rect">
            <a:avLst/>
          </a:prstGeom>
          <a:gradFill>
            <a:gsLst>
              <a:gs pos="0">
                <a:schemeClr val="bg1"/>
              </a:gs>
              <a:gs pos="33000">
                <a:schemeClr val="bg2"/>
              </a:gs>
              <a:gs pos="84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>
                <a:solidFill>
                  <a:schemeClr val="tx1"/>
                </a:solidFill>
              </a:rPr>
              <a:t>© Ningún derecho reservado - 2017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1561073" y="1946029"/>
            <a:ext cx="1194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chemeClr val="accent4">
                    <a:lumMod val="50000"/>
                  </a:schemeClr>
                </a:solidFill>
              </a:rPr>
              <a:t>Me llamo</a:t>
            </a: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1587218" y="3331229"/>
            <a:ext cx="15664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4">
                    <a:lumMod val="50000"/>
                  </a:schemeClr>
                </a:solidFill>
              </a:rPr>
              <a:t>Necesito ser </a:t>
            </a:r>
          </a:p>
          <a:p>
            <a:pPr algn="ctr"/>
            <a:r>
              <a:rPr lang="es-ES" sz="2000" b="1" dirty="0">
                <a:solidFill>
                  <a:schemeClr val="accent4">
                    <a:lumMod val="50000"/>
                  </a:schemeClr>
                </a:solidFill>
              </a:rPr>
              <a:t>cuidado a las</a:t>
            </a: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35" y="1772441"/>
            <a:ext cx="716508" cy="716508"/>
          </a:xfrm>
          <a:prstGeom prst="rect">
            <a:avLst/>
          </a:prstGeom>
        </p:spPr>
      </p:pic>
      <p:pic>
        <p:nvPicPr>
          <p:cNvPr id="2050" name="Picture 2" descr="Resultado de imagen de reloj dibujo"/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66" t="66678" b="2912"/>
          <a:stretch/>
        </p:blipFill>
        <p:spPr bwMode="auto">
          <a:xfrm>
            <a:off x="734084" y="3431621"/>
            <a:ext cx="653610" cy="630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CuadroTexto 24"/>
          <p:cNvSpPr txBox="1"/>
          <p:nvPr/>
        </p:nvSpPr>
        <p:spPr>
          <a:xfrm>
            <a:off x="1587218" y="2638036"/>
            <a:ext cx="982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chemeClr val="accent4">
                    <a:lumMod val="50000"/>
                  </a:schemeClr>
                </a:solidFill>
              </a:rPr>
              <a:t>Vivo en</a:t>
            </a: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26" name="Imagen 2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70" y="2617598"/>
            <a:ext cx="716508" cy="506324"/>
          </a:xfrm>
          <a:prstGeom prst="rect">
            <a:avLst/>
          </a:prstGeom>
        </p:spPr>
      </p:pic>
      <p:sp>
        <p:nvSpPr>
          <p:cNvPr id="24" name="Rectángulo redondeado 23"/>
          <p:cNvSpPr/>
          <p:nvPr/>
        </p:nvSpPr>
        <p:spPr>
          <a:xfrm>
            <a:off x="3242867" y="1946029"/>
            <a:ext cx="2146238" cy="369332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 i="1" dirty="0">
                <a:solidFill>
                  <a:schemeClr val="bg1">
                    <a:lumMod val="50000"/>
                  </a:schemeClr>
                </a:solidFill>
              </a:rPr>
              <a:t>Pancho</a:t>
            </a:r>
            <a:endParaRPr lang="en-US" dirty="0"/>
          </a:p>
        </p:txBody>
      </p:sp>
      <p:sp>
        <p:nvSpPr>
          <p:cNvPr id="29" name="Rectángulo redondeado 28"/>
          <p:cNvSpPr/>
          <p:nvPr/>
        </p:nvSpPr>
        <p:spPr>
          <a:xfrm>
            <a:off x="3269005" y="2638036"/>
            <a:ext cx="2146238" cy="369332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 i="1" dirty="0">
                <a:solidFill>
                  <a:schemeClr val="bg1">
                    <a:lumMod val="50000"/>
                  </a:schemeClr>
                </a:solidFill>
              </a:rPr>
              <a:t>Código postal</a:t>
            </a:r>
            <a:endParaRPr lang="en-US" sz="14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Rectángulo redondeado 29"/>
          <p:cNvSpPr/>
          <p:nvPr/>
        </p:nvSpPr>
        <p:spPr>
          <a:xfrm>
            <a:off x="3249196" y="3477128"/>
            <a:ext cx="2146238" cy="369332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 i="1" dirty="0">
                <a:solidFill>
                  <a:schemeClr val="bg1">
                    <a:lumMod val="50000"/>
                  </a:schemeClr>
                </a:solidFill>
              </a:rPr>
              <a:t>Día y hora</a:t>
            </a:r>
            <a:endParaRPr lang="en-US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299" b="66883"/>
          <a:stretch/>
        </p:blipFill>
        <p:spPr>
          <a:xfrm>
            <a:off x="750692" y="5431431"/>
            <a:ext cx="734406" cy="857574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682417" y="5352755"/>
            <a:ext cx="2238781" cy="986658"/>
            <a:chOff x="5306770" y="4763530"/>
            <a:chExt cx="2238781" cy="986658"/>
          </a:xfrm>
        </p:grpSpPr>
        <p:sp>
          <p:nvSpPr>
            <p:cNvPr id="19" name="CuadroTexto 18"/>
            <p:cNvSpPr txBox="1"/>
            <p:nvPr/>
          </p:nvSpPr>
          <p:spPr>
            <a:xfrm>
              <a:off x="6004295" y="4873887"/>
              <a:ext cx="154125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2">
                      <a:lumMod val="50000"/>
                    </a:schemeClr>
                  </a:solidFill>
                </a:rPr>
                <a:t>Encuentra </a:t>
              </a:r>
            </a:p>
            <a:p>
              <a:pPr algn="ctr"/>
              <a:r>
                <a:rPr lang="es-ES" sz="2400" b="1" dirty="0">
                  <a:solidFill>
                    <a:schemeClr val="accent2">
                      <a:lumMod val="50000"/>
                    </a:schemeClr>
                  </a:solidFill>
                </a:rPr>
                <a:t>cuidador</a:t>
              </a:r>
              <a:endParaRPr lang="en-US" sz="2400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17" name="Rectángulo redondeado 16">
              <a:hlinkClick r:id="rId19" action="ppaction://hlinksldjump"/>
            </p:cNvPr>
            <p:cNvSpPr/>
            <p:nvPr/>
          </p:nvSpPr>
          <p:spPr>
            <a:xfrm>
              <a:off x="5306770" y="4763530"/>
              <a:ext cx="2238781" cy="98665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upo 2"/>
          <p:cNvGrpSpPr/>
          <p:nvPr/>
        </p:nvGrpSpPr>
        <p:grpSpPr>
          <a:xfrm>
            <a:off x="6161649" y="2038350"/>
            <a:ext cx="5382652" cy="3616221"/>
            <a:chOff x="5715000" y="1850867"/>
            <a:chExt cx="6300301" cy="4200201"/>
          </a:xfrm>
        </p:grpSpPr>
        <p:pic>
          <p:nvPicPr>
            <p:cNvPr id="1032" name="Picture 8" descr="Imagen relacionada"/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0" y="1850867"/>
              <a:ext cx="6300301" cy="42002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Imagen relacionada"/>
            <p:cNvPicPr>
              <a:picLocks noChangeAspect="1" noChangeArrowheads="1"/>
            </p:cNvPicPr>
            <p:nvPr/>
          </p:nvPicPr>
          <p:blipFill rotWithShape="1"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501"/>
            <a:stretch/>
          </p:blipFill>
          <p:spPr bwMode="auto">
            <a:xfrm flipV="1">
              <a:off x="11468099" y="3211115"/>
              <a:ext cx="457200" cy="11017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2" descr="Imagen relacionada"/>
            <p:cNvPicPr>
              <a:picLocks noChangeAspect="1" noChangeArrowheads="1"/>
            </p:cNvPicPr>
            <p:nvPr/>
          </p:nvPicPr>
          <p:blipFill rotWithShape="1"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9161"/>
            <a:stretch/>
          </p:blipFill>
          <p:spPr bwMode="auto">
            <a:xfrm flipV="1">
              <a:off x="5775783" y="3244604"/>
              <a:ext cx="449933" cy="11017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CuadroTexto 1"/>
            <p:cNvSpPr txBox="1"/>
            <p:nvPr/>
          </p:nvSpPr>
          <p:spPr>
            <a:xfrm>
              <a:off x="6881941" y="5593537"/>
              <a:ext cx="3970407" cy="4248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b="1" dirty="0">
                  <a:ln w="1270"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</a:rPr>
                <a:t>Conoce a nuestros cuidadores</a:t>
              </a:r>
              <a:endParaRPr lang="en-US" b="1" dirty="0">
                <a:ln w="1270"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</p:txBody>
        </p:sp>
      </p:grpSp>
      <p:sp>
        <p:nvSpPr>
          <p:cNvPr id="5" name="Rectángulo redondeado 4"/>
          <p:cNvSpPr/>
          <p:nvPr/>
        </p:nvSpPr>
        <p:spPr>
          <a:xfrm>
            <a:off x="267286" y="1287542"/>
            <a:ext cx="5528603" cy="5189898"/>
          </a:xfrm>
          <a:prstGeom prst="roundRect">
            <a:avLst>
              <a:gd name="adj" fmla="val 4362"/>
            </a:avLst>
          </a:prstGeom>
          <a:noFill/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upo 11"/>
          <p:cNvGrpSpPr/>
          <p:nvPr/>
        </p:nvGrpSpPr>
        <p:grpSpPr>
          <a:xfrm>
            <a:off x="10475610" y="622021"/>
            <a:ext cx="1553119" cy="415801"/>
            <a:chOff x="4519718" y="8223232"/>
            <a:chExt cx="1553119" cy="415801"/>
          </a:xfrm>
        </p:grpSpPr>
        <p:grpSp>
          <p:nvGrpSpPr>
            <p:cNvPr id="9" name="Grupo 8"/>
            <p:cNvGrpSpPr/>
            <p:nvPr/>
          </p:nvGrpSpPr>
          <p:grpSpPr>
            <a:xfrm>
              <a:off x="4519718" y="8256590"/>
              <a:ext cx="1460954" cy="321425"/>
              <a:chOff x="4519718" y="8256590"/>
              <a:chExt cx="1460954" cy="321425"/>
            </a:xfrm>
          </p:grpSpPr>
          <p:pic>
            <p:nvPicPr>
              <p:cNvPr id="7" name="Picture 2" descr="Resultado de imagen de icono silueta usuario web"/>
              <p:cNvPicPr>
                <a:picLocks noChangeAspect="1" noChangeArrowheads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78842" y="8276185"/>
                <a:ext cx="301830" cy="3018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CuadroTexto 7"/>
              <p:cNvSpPr txBox="1"/>
              <p:nvPr/>
            </p:nvSpPr>
            <p:spPr>
              <a:xfrm>
                <a:off x="4519718" y="8256590"/>
                <a:ext cx="99815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400" i="1" dirty="0"/>
                  <a:t>Hola, Anita</a:t>
                </a:r>
                <a:endParaRPr lang="en-US" sz="1400" i="1" dirty="0"/>
              </a:p>
            </p:txBody>
          </p:sp>
        </p:grpSp>
        <p:sp>
          <p:nvSpPr>
            <p:cNvPr id="10" name="Elipse 9"/>
            <p:cNvSpPr/>
            <p:nvPr/>
          </p:nvSpPr>
          <p:spPr>
            <a:xfrm>
              <a:off x="5595581" y="8223232"/>
              <a:ext cx="477256" cy="4158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51B1FCB-23B0-B3A1-D624-A1506A519F0C}"/>
              </a:ext>
            </a:extLst>
          </p:cNvPr>
          <p:cNvSpPr txBox="1"/>
          <p:nvPr/>
        </p:nvSpPr>
        <p:spPr>
          <a:xfrm>
            <a:off x="2109401" y="1390859"/>
            <a:ext cx="2235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chemeClr val="accent4">
                    <a:lumMod val="50000"/>
                  </a:schemeClr>
                </a:solidFill>
              </a:rPr>
              <a:t>Alta de mascota</a:t>
            </a:r>
            <a:endParaRPr lang="en-US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48982BA-0350-FAEF-5365-548795AA96D4}"/>
              </a:ext>
            </a:extLst>
          </p:cNvPr>
          <p:cNvSpPr txBox="1"/>
          <p:nvPr/>
        </p:nvSpPr>
        <p:spPr>
          <a:xfrm>
            <a:off x="4060376" y="5435303"/>
            <a:ext cx="12589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2">
                    <a:lumMod val="50000"/>
                  </a:schemeClr>
                </a:solidFill>
              </a:rPr>
              <a:t>Agrega </a:t>
            </a:r>
          </a:p>
          <a:p>
            <a:pPr algn="ctr"/>
            <a:r>
              <a:rPr lang="es-ES" sz="2400" b="1" dirty="0">
                <a:solidFill>
                  <a:schemeClr val="accent2">
                    <a:lumMod val="50000"/>
                  </a:schemeClr>
                </a:solidFill>
              </a:rPr>
              <a:t>mascota</a:t>
            </a:r>
            <a:endParaRPr lang="en-US" sz="2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7" name="Rectángulo redondeado 16">
            <a:hlinkClick r:id="rId24" action="ppaction://hlinksldjump"/>
            <a:extLst>
              <a:ext uri="{FF2B5EF4-FFF2-40B4-BE49-F238E27FC236}">
                <a16:creationId xmlns:a16="http://schemas.microsoft.com/office/drawing/2014/main" id="{EF739630-FE4D-3882-16B6-2F83E1C7446C}"/>
              </a:ext>
            </a:extLst>
          </p:cNvPr>
          <p:cNvSpPr>
            <a:spLocks/>
          </p:cNvSpPr>
          <p:nvPr/>
        </p:nvSpPr>
        <p:spPr>
          <a:xfrm>
            <a:off x="3145218" y="5346413"/>
            <a:ext cx="2238781" cy="98665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3B179249-7A03-D700-B630-69DC711CD7E5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058" y="5378495"/>
            <a:ext cx="877085" cy="877085"/>
          </a:xfrm>
          <a:prstGeom prst="rect">
            <a:avLst/>
          </a:prstGeom>
        </p:spPr>
      </p:pic>
      <p:pic>
        <p:nvPicPr>
          <p:cNvPr id="33" name="Imagen 32" descr="Icono&#10;&#10;Descripción generada automáticamente">
            <a:extLst>
              <a:ext uri="{FF2B5EF4-FFF2-40B4-BE49-F238E27FC236}">
                <a16:creationId xmlns:a16="http://schemas.microsoft.com/office/drawing/2014/main" id="{D27327E2-4B75-CCE9-B065-6B1EDAF585C6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7"/>
              </a:ext>
            </a:extLst>
          </a:blip>
          <a:stretch>
            <a:fillRect/>
          </a:stretch>
        </p:blipFill>
        <p:spPr>
          <a:xfrm>
            <a:off x="832145" y="4208755"/>
            <a:ext cx="571500" cy="571500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7AA4AE93-9FDC-BF04-6905-FD41B2FA9FD6}"/>
              </a:ext>
            </a:extLst>
          </p:cNvPr>
          <p:cNvSpPr txBox="1"/>
          <p:nvPr/>
        </p:nvSpPr>
        <p:spPr>
          <a:xfrm>
            <a:off x="1587218" y="3330043"/>
            <a:ext cx="15664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4">
                    <a:lumMod val="50000"/>
                  </a:schemeClr>
                </a:solidFill>
              </a:rPr>
              <a:t>Necesito ser </a:t>
            </a:r>
          </a:p>
          <a:p>
            <a:pPr algn="ctr"/>
            <a:r>
              <a:rPr lang="es-ES" sz="2000" b="1" dirty="0">
                <a:solidFill>
                  <a:schemeClr val="accent4">
                    <a:lumMod val="50000"/>
                  </a:schemeClr>
                </a:solidFill>
              </a:rPr>
              <a:t>cuidado a las</a:t>
            </a: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D047DA7-211D-7EDD-EA49-7B7EE98561E0}"/>
              </a:ext>
            </a:extLst>
          </p:cNvPr>
          <p:cNvSpPr txBox="1"/>
          <p:nvPr/>
        </p:nvSpPr>
        <p:spPr>
          <a:xfrm>
            <a:off x="1583589" y="4337359"/>
            <a:ext cx="1423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4">
                    <a:lumMod val="50000"/>
                  </a:schemeClr>
                </a:solidFill>
              </a:rPr>
              <a:t>Descripción</a:t>
            </a: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6" name="Rectángulo redondeado 29">
            <a:extLst>
              <a:ext uri="{FF2B5EF4-FFF2-40B4-BE49-F238E27FC236}">
                <a16:creationId xmlns:a16="http://schemas.microsoft.com/office/drawing/2014/main" id="{5A4BEAF8-72D6-6C64-09D3-9FC62715A6E0}"/>
              </a:ext>
            </a:extLst>
          </p:cNvPr>
          <p:cNvSpPr/>
          <p:nvPr/>
        </p:nvSpPr>
        <p:spPr>
          <a:xfrm>
            <a:off x="3237761" y="4337359"/>
            <a:ext cx="2146238" cy="369332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 i="1" dirty="0">
                <a:solidFill>
                  <a:schemeClr val="bg1">
                    <a:lumMod val="50000"/>
                  </a:schemeClr>
                </a:solidFill>
              </a:rPr>
              <a:t>Descripción</a:t>
            </a:r>
            <a:endParaRPr lang="en-US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0" name="Imagen 39" descr="Icono&#10;&#10;Descripción generada automáticamente">
            <a:extLst>
              <a:ext uri="{FF2B5EF4-FFF2-40B4-BE49-F238E27FC236}">
                <a16:creationId xmlns:a16="http://schemas.microsoft.com/office/drawing/2014/main" id="{F49087F7-0BB9-2CE9-A0E9-F05F3F6DE799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9"/>
              </a:ext>
            </a:extLst>
          </a:blip>
          <a:stretch>
            <a:fillRect/>
          </a:stretch>
        </p:blipFill>
        <p:spPr>
          <a:xfrm>
            <a:off x="9933306" y="571269"/>
            <a:ext cx="533400" cy="533400"/>
          </a:xfrm>
          <a:prstGeom prst="rect">
            <a:avLst/>
          </a:prstGeom>
        </p:spPr>
      </p:pic>
      <p:sp>
        <p:nvSpPr>
          <p:cNvPr id="55" name="Modal Dialog Overlay"/>
          <p:cNvSpPr>
            <a:spLocks/>
          </p:cNvSpPr>
          <p:nvPr/>
        </p:nvSpPr>
        <p:spPr bwMode="auto">
          <a:xfrm>
            <a:off x="-24826" y="557030"/>
            <a:ext cx="12216825" cy="6334655"/>
          </a:xfrm>
          <a:prstGeom prst="rect">
            <a:avLst/>
          </a:prstGeom>
          <a:solidFill>
            <a:srgbClr val="808080">
              <a:alpha val="60000"/>
            </a:srgbClr>
          </a:solidFill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56" name="Grupo 55"/>
          <p:cNvGrpSpPr/>
          <p:nvPr/>
        </p:nvGrpSpPr>
        <p:grpSpPr>
          <a:xfrm>
            <a:off x="3072384" y="2386584"/>
            <a:ext cx="5855368" cy="3560701"/>
            <a:chOff x="3168675" y="7034747"/>
            <a:chExt cx="5855368" cy="3560701"/>
          </a:xfrm>
        </p:grpSpPr>
        <p:sp>
          <p:nvSpPr>
            <p:cNvPr id="57" name="Rectángulo redondeado 56"/>
            <p:cNvSpPr/>
            <p:nvPr/>
          </p:nvSpPr>
          <p:spPr>
            <a:xfrm>
              <a:off x="3168675" y="7034747"/>
              <a:ext cx="5855368" cy="3560701"/>
            </a:xfrm>
            <a:prstGeom prst="roundRect">
              <a:avLst>
                <a:gd name="adj" fmla="val 5403"/>
              </a:avLst>
            </a:prstGeom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7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s-ES" dirty="0"/>
                <a:t>   </a:t>
              </a:r>
            </a:p>
            <a:p>
              <a:pPr algn="ctr"/>
              <a:endParaRPr lang="es-ES" sz="2400" dirty="0"/>
            </a:p>
            <a:p>
              <a:pPr algn="ctr"/>
              <a:endParaRPr lang="es-ES" sz="2400" dirty="0"/>
            </a:p>
            <a:p>
              <a:pPr algn="ctr"/>
              <a:r>
                <a:rPr lang="es-ES" sz="2400" dirty="0"/>
                <a:t>¡Su mascota se ha agregado correctamente!</a:t>
              </a: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58" name="Picture 2" descr="Resultado de imagen de tick verde"/>
            <p:cNvPicPr>
              <a:picLocks noChangeAspect="1" noChangeArrowheads="1"/>
            </p:cNvPicPr>
            <p:nvPr/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4739" y="7318354"/>
              <a:ext cx="1956138" cy="14650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9" name="Rectángulo redondeado 58">
              <a:hlinkClick r:id="rId13" action="ppaction://hlinksldjump"/>
            </p:cNvPr>
            <p:cNvSpPr/>
            <p:nvPr/>
          </p:nvSpPr>
          <p:spPr>
            <a:xfrm>
              <a:off x="5021174" y="9729323"/>
              <a:ext cx="2175415" cy="398760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b="1" dirty="0"/>
                <a:t>Volver a inicio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766486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Browser" descr="&lt;SmartSettings&gt;&lt;SmartResize enabled=&quot;True&quot; minWidth=&quot;140&quot; minHeight=&quot;5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-16574" y="-8423"/>
            <a:ext cx="12208573" cy="6866424"/>
            <a:chOff x="595684" y="1261241"/>
            <a:chExt cx="6668462" cy="4352545"/>
          </a:xfrm>
        </p:grpSpPr>
        <p:sp>
          <p:nvSpPr>
            <p:cNvPr id="89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595684" y="1600363"/>
              <a:ext cx="6668462" cy="401342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0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595685" y="1261241"/>
              <a:ext cx="6668461" cy="3404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91" name="Menu Button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134212" y="1456200"/>
              <a:ext cx="81508" cy="71447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2" name="Close Button" descr="&lt;SmartSettings&gt;&lt;SmartResize anchorLeft=&quot;None&quot; anchorTop=&quot;Absolute&quot; anchorRight=&quot;Absolute&quot; anchorBottom=&quot;None&quot; /&gt;&lt;/SmartSettings&gt;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148958" y="1306404"/>
              <a:ext cx="53761" cy="60378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3" name="Address Box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6"/>
              </p:custDataLst>
            </p:nvPr>
          </p:nvSpPr>
          <p:spPr>
            <a:xfrm>
              <a:off x="1088867" y="1416571"/>
              <a:ext cx="5996919" cy="150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www.cuidandoapancho.com/encuentraCuidador?ubicacion=LasRozas&amp;hora=M15.16</a:t>
              </a:r>
            </a:p>
          </p:txBody>
        </p:sp>
        <p:sp>
          <p:nvSpPr>
            <p:cNvPr id="94" name="Document Icon" descr="&lt;SmartSettings&gt;&lt;SmartResize anchorLeft=&quot;Absolute&quot; anchorTop=&quot;Absolute&quot; anchorRight=&quot;None&quot; anchorBottom=&quot;None&quot; /&gt;&lt;/SmartSettings&gt;"/>
            <p:cNvSpPr>
              <a:spLocks noChangeAspect="1"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1130447" y="1449659"/>
              <a:ext cx="51160" cy="84529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95" name="Navigation Buttons"/>
            <p:cNvGrpSpPr/>
            <p:nvPr/>
          </p:nvGrpSpPr>
          <p:grpSpPr>
            <a:xfrm>
              <a:off x="664460" y="1437080"/>
              <a:ext cx="350313" cy="109687"/>
              <a:chOff x="664460" y="1437080"/>
              <a:chExt cx="350313" cy="109687"/>
            </a:xfrm>
          </p:grpSpPr>
          <p:sp>
            <p:nvSpPr>
              <p:cNvPr id="96" name="Back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664460" y="1453684"/>
                <a:ext cx="83243" cy="76479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7" name="Forwar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796260" y="1453684"/>
                <a:ext cx="83243" cy="76479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8" name="Reloa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928062" y="1437080"/>
                <a:ext cx="86711" cy="109687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99" name="Imagen 98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" y="549049"/>
            <a:ext cx="2391284" cy="561746"/>
          </a:xfrm>
          <a:prstGeom prst="rect">
            <a:avLst/>
          </a:prstGeom>
        </p:spPr>
      </p:pic>
      <p:cxnSp>
        <p:nvCxnSpPr>
          <p:cNvPr id="100" name="Conector recto 99"/>
          <p:cNvCxnSpPr/>
          <p:nvPr/>
        </p:nvCxnSpPr>
        <p:spPr>
          <a:xfrm>
            <a:off x="0" y="1139902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ángulo 100"/>
          <p:cNvSpPr/>
          <p:nvPr/>
        </p:nvSpPr>
        <p:spPr>
          <a:xfrm>
            <a:off x="-16574" y="6630664"/>
            <a:ext cx="12208574" cy="228600"/>
          </a:xfrm>
          <a:prstGeom prst="rect">
            <a:avLst/>
          </a:prstGeom>
          <a:gradFill>
            <a:gsLst>
              <a:gs pos="0">
                <a:schemeClr val="bg1"/>
              </a:gs>
              <a:gs pos="33000">
                <a:schemeClr val="bg2"/>
              </a:gs>
              <a:gs pos="84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>
                <a:solidFill>
                  <a:schemeClr val="tx1"/>
                </a:solidFill>
              </a:rPr>
              <a:t>© Ningún derecho reservado - 2017</a:t>
            </a:r>
            <a:endParaRPr lang="en-US" sz="1050" dirty="0">
              <a:solidFill>
                <a:schemeClr val="tx1"/>
              </a:solidFill>
            </a:endParaRPr>
          </a:p>
        </p:txBody>
      </p:sp>
      <p:grpSp>
        <p:nvGrpSpPr>
          <p:cNvPr id="102" name="Grupo 101"/>
          <p:cNvGrpSpPr/>
          <p:nvPr/>
        </p:nvGrpSpPr>
        <p:grpSpPr>
          <a:xfrm>
            <a:off x="10475610" y="622021"/>
            <a:ext cx="1553119" cy="415801"/>
            <a:chOff x="4519718" y="8223232"/>
            <a:chExt cx="1553119" cy="415801"/>
          </a:xfrm>
        </p:grpSpPr>
        <p:grpSp>
          <p:nvGrpSpPr>
            <p:cNvPr id="103" name="Grupo 102"/>
            <p:cNvGrpSpPr/>
            <p:nvPr/>
          </p:nvGrpSpPr>
          <p:grpSpPr>
            <a:xfrm>
              <a:off x="4519718" y="8256590"/>
              <a:ext cx="1460954" cy="321425"/>
              <a:chOff x="4519718" y="8256590"/>
              <a:chExt cx="1460954" cy="321425"/>
            </a:xfrm>
          </p:grpSpPr>
          <p:pic>
            <p:nvPicPr>
              <p:cNvPr id="105" name="Picture 2" descr="Resultado de imagen de icono silueta usuario web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78842" y="8276185"/>
                <a:ext cx="301830" cy="3018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6" name="CuadroTexto 105"/>
              <p:cNvSpPr txBox="1"/>
              <p:nvPr/>
            </p:nvSpPr>
            <p:spPr>
              <a:xfrm>
                <a:off x="4519718" y="8256590"/>
                <a:ext cx="99815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400" i="1" dirty="0"/>
                  <a:t>Hola, Anita</a:t>
                </a:r>
                <a:endParaRPr lang="en-US" sz="1400" i="1" dirty="0"/>
              </a:p>
            </p:txBody>
          </p:sp>
        </p:grpSp>
        <p:sp>
          <p:nvSpPr>
            <p:cNvPr id="104" name="Elipse 103"/>
            <p:cNvSpPr/>
            <p:nvPr/>
          </p:nvSpPr>
          <p:spPr>
            <a:xfrm>
              <a:off x="5595581" y="8223232"/>
              <a:ext cx="477256" cy="4158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CuadroTexto 5"/>
          <p:cNvSpPr txBox="1"/>
          <p:nvPr/>
        </p:nvSpPr>
        <p:spPr>
          <a:xfrm>
            <a:off x="464022" y="1842450"/>
            <a:ext cx="805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Cuidadores en la zona de </a:t>
            </a:r>
            <a:r>
              <a:rPr lang="es-ES" b="1" i="1" dirty="0">
                <a:solidFill>
                  <a:schemeClr val="accent2">
                    <a:lumMod val="50000"/>
                  </a:schemeClr>
                </a:solidFill>
              </a:rPr>
              <a:t>Las Rozas </a:t>
            </a:r>
            <a:r>
              <a:rPr lang="es-ES" b="1" dirty="0"/>
              <a:t>con disponibilidad los </a:t>
            </a:r>
            <a:r>
              <a:rPr lang="es-ES" b="1" i="1" dirty="0">
                <a:solidFill>
                  <a:schemeClr val="accent2">
                    <a:lumMod val="50000"/>
                  </a:schemeClr>
                </a:solidFill>
              </a:rPr>
              <a:t>martes de 15:00 a 16:00  </a:t>
            </a:r>
            <a:endParaRPr lang="en-US" b="1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" name="Rectángulo redondeado 6">
            <a:hlinkClick r:id="rId16" action="ppaction://hlinksldjump"/>
          </p:cNvPr>
          <p:cNvSpPr/>
          <p:nvPr/>
        </p:nvSpPr>
        <p:spPr>
          <a:xfrm>
            <a:off x="8740869" y="1828802"/>
            <a:ext cx="2702256" cy="36933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Cambiar parámetros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518611" y="2551536"/>
            <a:ext cx="10849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Foto       Nombre		Descripción				PanchoPuntos	Tarifa </a:t>
            </a:r>
            <a:r>
              <a:rPr lang="es-ES" sz="1600" b="1" i="1" dirty="0"/>
              <a:t>(€/30min.)</a:t>
            </a:r>
            <a:endParaRPr lang="en-US" b="1" i="1" dirty="0"/>
          </a:p>
        </p:txBody>
      </p:sp>
      <p:cxnSp>
        <p:nvCxnSpPr>
          <p:cNvPr id="22" name="Conector recto 21"/>
          <p:cNvCxnSpPr/>
          <p:nvPr/>
        </p:nvCxnSpPr>
        <p:spPr>
          <a:xfrm>
            <a:off x="3234517" y="2581226"/>
            <a:ext cx="27295" cy="4037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8" name="Imagen 2047"/>
          <p:cNvPicPr>
            <a:picLocks noChangeAspect="1"/>
          </p:cNvPicPr>
          <p:nvPr/>
        </p:nvPicPr>
        <p:blipFill rotWithShape="1">
          <a:blip r:embed="rId17"/>
          <a:srcRect l="47755" t="6460" r="51669" b="8619"/>
          <a:stretch/>
        </p:blipFill>
        <p:spPr>
          <a:xfrm>
            <a:off x="11996383" y="1496562"/>
            <a:ext cx="166515" cy="5120640"/>
          </a:xfrm>
          <a:prstGeom prst="rect">
            <a:avLst/>
          </a:prstGeom>
        </p:spPr>
      </p:pic>
      <p:cxnSp>
        <p:nvCxnSpPr>
          <p:cNvPr id="46" name="Conector recto 45"/>
          <p:cNvCxnSpPr/>
          <p:nvPr/>
        </p:nvCxnSpPr>
        <p:spPr>
          <a:xfrm>
            <a:off x="7808797" y="2597146"/>
            <a:ext cx="27295" cy="4037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/>
          <p:cNvCxnSpPr/>
          <p:nvPr/>
        </p:nvCxnSpPr>
        <p:spPr>
          <a:xfrm>
            <a:off x="9664902" y="2583498"/>
            <a:ext cx="27295" cy="4037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2" name="Triángulo isósceles 2051"/>
          <p:cNvSpPr/>
          <p:nvPr/>
        </p:nvSpPr>
        <p:spPr>
          <a:xfrm>
            <a:off x="9403309" y="2675208"/>
            <a:ext cx="177421" cy="1474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riángulo isósceles 49"/>
          <p:cNvSpPr/>
          <p:nvPr/>
        </p:nvSpPr>
        <p:spPr>
          <a:xfrm>
            <a:off x="11283424" y="2672294"/>
            <a:ext cx="177421" cy="1474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Resultado de imagen de simbolo ayuda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7667" y="2653446"/>
            <a:ext cx="185619" cy="18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3" name="CuadroTexto 2052"/>
          <p:cNvSpPr txBox="1"/>
          <p:nvPr/>
        </p:nvSpPr>
        <p:spPr>
          <a:xfrm>
            <a:off x="3386928" y="3046363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un gran escritor de ciencia ficción pero también me encantan los perros y me gustaría cuidar de….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53" name="CuadroTexto 52"/>
          <p:cNvSpPr txBox="1"/>
          <p:nvPr/>
        </p:nvSpPr>
        <p:spPr>
          <a:xfrm>
            <a:off x="1266247" y="3155299"/>
            <a:ext cx="1976271" cy="310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Isaac Asimov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54" name="CuadroTexto 53"/>
          <p:cNvSpPr txBox="1"/>
          <p:nvPr/>
        </p:nvSpPr>
        <p:spPr>
          <a:xfrm>
            <a:off x="7954253" y="3097099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B050"/>
                </a:solidFill>
              </a:rPr>
              <a:t>1650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55" name="CuadroTexto 54"/>
          <p:cNvSpPr txBox="1"/>
          <p:nvPr/>
        </p:nvSpPr>
        <p:spPr>
          <a:xfrm>
            <a:off x="9935836" y="3094751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6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6" name="CuadroTexto 55"/>
          <p:cNvSpPr txBox="1"/>
          <p:nvPr/>
        </p:nvSpPr>
        <p:spPr>
          <a:xfrm>
            <a:off x="3384580" y="3760637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el creador de C, no soy tan conocido como Bill Gates o Steve Jobs, pero puedo cuidar de tu mascota….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57" name="CuadroTexto 56"/>
          <p:cNvSpPr txBox="1"/>
          <p:nvPr/>
        </p:nvSpPr>
        <p:spPr>
          <a:xfrm>
            <a:off x="1263899" y="3897709"/>
            <a:ext cx="1976271" cy="310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Dennis Ritchie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58" name="CuadroTexto 57"/>
          <p:cNvSpPr txBox="1"/>
          <p:nvPr/>
        </p:nvSpPr>
        <p:spPr>
          <a:xfrm>
            <a:off x="7951905" y="3784077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B050"/>
                </a:solidFill>
              </a:rPr>
              <a:t>1200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59" name="CuadroTexto 58"/>
          <p:cNvSpPr txBox="1"/>
          <p:nvPr/>
        </p:nvSpPr>
        <p:spPr>
          <a:xfrm>
            <a:off x="9933488" y="3781729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6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2055" name="Conector recto 2054"/>
          <p:cNvCxnSpPr/>
          <p:nvPr/>
        </p:nvCxnSpPr>
        <p:spPr>
          <a:xfrm flipH="1">
            <a:off x="518611" y="2918226"/>
            <a:ext cx="11087235" cy="0"/>
          </a:xfrm>
          <a:prstGeom prst="line">
            <a:avLst/>
          </a:prstGeom>
          <a:ln w="254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62"/>
          <p:cNvCxnSpPr/>
          <p:nvPr/>
        </p:nvCxnSpPr>
        <p:spPr>
          <a:xfrm flipH="1">
            <a:off x="516263" y="3676678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/>
          <p:cNvSpPr txBox="1"/>
          <p:nvPr/>
        </p:nvSpPr>
        <p:spPr>
          <a:xfrm>
            <a:off x="3382232" y="4447609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un estudiante de 16 años y tengo casi todas las tardes libres, puedo cuidar de tu mascota….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65" name="CuadroTexto 64"/>
          <p:cNvSpPr txBox="1"/>
          <p:nvPr/>
        </p:nvSpPr>
        <p:spPr>
          <a:xfrm>
            <a:off x="1261551" y="4606925"/>
            <a:ext cx="1976271" cy="310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Lope López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66" name="CuadroTexto 65"/>
          <p:cNvSpPr txBox="1"/>
          <p:nvPr/>
        </p:nvSpPr>
        <p:spPr>
          <a:xfrm>
            <a:off x="7949557" y="4471049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B050"/>
                </a:solidFill>
              </a:rPr>
              <a:t>1850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67" name="CuadroTexto 66"/>
          <p:cNvSpPr txBox="1"/>
          <p:nvPr/>
        </p:nvSpPr>
        <p:spPr>
          <a:xfrm>
            <a:off x="9804140" y="4468701"/>
            <a:ext cx="159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68" name="Conector recto 67"/>
          <p:cNvCxnSpPr/>
          <p:nvPr/>
        </p:nvCxnSpPr>
        <p:spPr>
          <a:xfrm flipH="1">
            <a:off x="513915" y="4377718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uadroTexto 68"/>
          <p:cNvSpPr txBox="1"/>
          <p:nvPr/>
        </p:nvSpPr>
        <p:spPr>
          <a:xfrm>
            <a:off x="9842240" y="4468706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7,5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1" name="CuadroTexto 70"/>
          <p:cNvSpPr txBox="1"/>
          <p:nvPr/>
        </p:nvSpPr>
        <p:spPr>
          <a:xfrm>
            <a:off x="3379884" y="5190850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un estudiante </a:t>
            </a:r>
            <a:r>
              <a:rPr lang="es-ES" sz="1400"/>
              <a:t>de la ETSISI </a:t>
            </a:r>
            <a:r>
              <a:rPr lang="es-ES" sz="1400" dirty="0"/>
              <a:t>por lo que tengo muy poca disponibilidad, pero me gusta mucho cuidar….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72" name="CuadroTexto 71"/>
          <p:cNvSpPr txBox="1"/>
          <p:nvPr/>
        </p:nvSpPr>
        <p:spPr>
          <a:xfrm>
            <a:off x="1259203" y="5257474"/>
            <a:ext cx="1976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Fernando Fernández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73" name="CuadroTexto 72"/>
          <p:cNvSpPr txBox="1"/>
          <p:nvPr/>
        </p:nvSpPr>
        <p:spPr>
          <a:xfrm>
            <a:off x="7947209" y="5214290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B050"/>
                </a:solidFill>
              </a:rPr>
              <a:t>450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74" name="CuadroTexto 73"/>
          <p:cNvSpPr txBox="1"/>
          <p:nvPr/>
        </p:nvSpPr>
        <p:spPr>
          <a:xfrm>
            <a:off x="9801792" y="5155673"/>
            <a:ext cx="159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75" name="Conector recto 74"/>
          <p:cNvCxnSpPr/>
          <p:nvPr/>
        </p:nvCxnSpPr>
        <p:spPr>
          <a:xfrm flipH="1">
            <a:off x="511567" y="5064690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uadroTexto 75"/>
          <p:cNvSpPr txBox="1"/>
          <p:nvPr/>
        </p:nvSpPr>
        <p:spPr>
          <a:xfrm>
            <a:off x="9839892" y="5211947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7,5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7" name="CuadroTexto 76"/>
          <p:cNvSpPr txBox="1"/>
          <p:nvPr/>
        </p:nvSpPr>
        <p:spPr>
          <a:xfrm>
            <a:off x="3377536" y="5962229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estudiante de veterinaria y desde hace años cuido mascotas a través de esta web, que es genial….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78" name="CuadroTexto 77"/>
          <p:cNvSpPr txBox="1"/>
          <p:nvPr/>
        </p:nvSpPr>
        <p:spPr>
          <a:xfrm>
            <a:off x="1256855" y="6016153"/>
            <a:ext cx="1976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Encantador de Panchos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79" name="CuadroTexto 78"/>
          <p:cNvSpPr txBox="1"/>
          <p:nvPr/>
        </p:nvSpPr>
        <p:spPr>
          <a:xfrm>
            <a:off x="7944861" y="5985669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B050"/>
                </a:solidFill>
              </a:rPr>
              <a:t>2400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80" name="CuadroTexto 79"/>
          <p:cNvSpPr txBox="1"/>
          <p:nvPr/>
        </p:nvSpPr>
        <p:spPr>
          <a:xfrm>
            <a:off x="9799444" y="5687894"/>
            <a:ext cx="159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81" name="Conector recto 80"/>
          <p:cNvCxnSpPr/>
          <p:nvPr/>
        </p:nvCxnSpPr>
        <p:spPr>
          <a:xfrm flipH="1">
            <a:off x="509219" y="5793860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CuadroTexto 81"/>
          <p:cNvSpPr txBox="1"/>
          <p:nvPr/>
        </p:nvSpPr>
        <p:spPr>
          <a:xfrm>
            <a:off x="9871852" y="5983326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10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Rectángulo redondeado 1">
            <a:hlinkClick r:id="rId19" action="ppaction://hlinksldjump"/>
          </p:cNvPr>
          <p:cNvSpPr/>
          <p:nvPr/>
        </p:nvSpPr>
        <p:spPr>
          <a:xfrm>
            <a:off x="10426700" y="3114355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Contratar</a:t>
            </a:r>
            <a:endParaRPr lang="en-US" b="1" dirty="0"/>
          </a:p>
        </p:txBody>
      </p:sp>
      <p:sp>
        <p:nvSpPr>
          <p:cNvPr id="41" name="Rectángulo redondeado 40">
            <a:hlinkClick r:id="rId19" action="ppaction://hlinksldjump"/>
          </p:cNvPr>
          <p:cNvSpPr/>
          <p:nvPr/>
        </p:nvSpPr>
        <p:spPr>
          <a:xfrm>
            <a:off x="10425538" y="3814298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Contratar</a:t>
            </a:r>
            <a:endParaRPr lang="en-US" b="1" dirty="0"/>
          </a:p>
        </p:txBody>
      </p:sp>
      <p:sp>
        <p:nvSpPr>
          <p:cNvPr id="42" name="Rectángulo redondeado 41">
            <a:hlinkClick r:id="rId19" action="ppaction://hlinksldjump"/>
          </p:cNvPr>
          <p:cNvSpPr/>
          <p:nvPr/>
        </p:nvSpPr>
        <p:spPr>
          <a:xfrm>
            <a:off x="10425538" y="4525498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Contratar</a:t>
            </a:r>
            <a:endParaRPr lang="en-US" b="1" dirty="0"/>
          </a:p>
        </p:txBody>
      </p:sp>
      <p:sp>
        <p:nvSpPr>
          <p:cNvPr id="43" name="Rectángulo redondeado 42">
            <a:hlinkClick r:id="rId19" action="ppaction://hlinksldjump"/>
          </p:cNvPr>
          <p:cNvSpPr/>
          <p:nvPr/>
        </p:nvSpPr>
        <p:spPr>
          <a:xfrm>
            <a:off x="10444216" y="5262184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Contratar</a:t>
            </a:r>
            <a:endParaRPr lang="en-US" b="1" dirty="0"/>
          </a:p>
        </p:txBody>
      </p:sp>
      <p:sp>
        <p:nvSpPr>
          <p:cNvPr id="44" name="Rectángulo redondeado 43">
            <a:hlinkClick r:id="rId19" action="ppaction://hlinksldjump"/>
          </p:cNvPr>
          <p:cNvSpPr/>
          <p:nvPr/>
        </p:nvSpPr>
        <p:spPr>
          <a:xfrm>
            <a:off x="10444216" y="6024184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Contratar</a:t>
            </a:r>
            <a:endParaRPr lang="en-US" b="1" dirty="0"/>
          </a:p>
        </p:txBody>
      </p:sp>
      <p:pic>
        <p:nvPicPr>
          <p:cNvPr id="4098" name="Picture 2" descr="Imagen relacionada"/>
          <p:cNvPicPr>
            <a:picLocks noChangeAspect="1" noChangeArrowheads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56" r="24739" b="20477"/>
          <a:stretch/>
        </p:blipFill>
        <p:spPr bwMode="auto">
          <a:xfrm>
            <a:off x="576556" y="3073659"/>
            <a:ext cx="512064" cy="507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esultado de imagen de dennis ritchie"/>
          <p:cNvPicPr>
            <a:picLocks noChangeArrowheads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0" t="9479" r="29964" b="8730"/>
          <a:stretch/>
        </p:blipFill>
        <p:spPr bwMode="auto">
          <a:xfrm>
            <a:off x="585879" y="3791501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Resultado de imagen"/>
          <p:cNvPicPr>
            <a:picLocks noChangeArrowheads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78" r="40393" b="41254"/>
          <a:stretch/>
        </p:blipFill>
        <p:spPr bwMode="auto">
          <a:xfrm>
            <a:off x="576556" y="5929511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Resultado de imagen de adolescente con cara pixelada"/>
          <p:cNvPicPr>
            <a:picLocks noChangeArrowheads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00" r="50899" b="48012"/>
          <a:stretch/>
        </p:blipFill>
        <p:spPr bwMode="auto">
          <a:xfrm>
            <a:off x="576556" y="4512731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Resultado de imagen de adolescente"/>
          <p:cNvPicPr>
            <a:picLocks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08" r="22483" b="14023"/>
          <a:stretch/>
        </p:blipFill>
        <p:spPr bwMode="auto">
          <a:xfrm>
            <a:off x="576556" y="5179512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7" name="Conector recto 86"/>
          <p:cNvCxnSpPr/>
          <p:nvPr/>
        </p:nvCxnSpPr>
        <p:spPr>
          <a:xfrm>
            <a:off x="1189623" y="2583498"/>
            <a:ext cx="27295" cy="4037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Breadcrumbs"/>
          <p:cNvSpPr>
            <a:spLocks/>
          </p:cNvSpPr>
          <p:nvPr/>
        </p:nvSpPr>
        <p:spPr bwMode="auto">
          <a:xfrm>
            <a:off x="119075" y="1220482"/>
            <a:ext cx="1735585" cy="203932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900" u="sng" dirty="0">
                <a:solidFill>
                  <a:srgbClr val="5B9BD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  <a:hlinkClick r:id="rId13" action="ppaction://hlinksldjump"/>
              </a:rPr>
              <a:t>Home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13" action="ppaction://hlinksldjump"/>
              </a:rPr>
              <a:t>  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»  </a:t>
            </a:r>
            <a:r>
              <a:rPr lang="es-E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16" action="ppaction://hlinksldjump"/>
              </a:rPr>
              <a:t>Cuidadores 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»  Listado</a:t>
            </a:r>
            <a:endParaRPr lang="es-ES" sz="900" dirty="0">
              <a:solidFill>
                <a:srgbClr val="5F5F5F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8" name="Conector recto 107"/>
          <p:cNvCxnSpPr/>
          <p:nvPr/>
        </p:nvCxnSpPr>
        <p:spPr>
          <a:xfrm>
            <a:off x="2272" y="1442430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o 3"/>
          <p:cNvGrpSpPr/>
          <p:nvPr/>
        </p:nvGrpSpPr>
        <p:grpSpPr>
          <a:xfrm>
            <a:off x="9939938" y="561011"/>
            <a:ext cx="533400" cy="533400"/>
            <a:chOff x="9939938" y="561011"/>
            <a:chExt cx="533400" cy="533400"/>
          </a:xfrm>
        </p:grpSpPr>
        <p:pic>
          <p:nvPicPr>
            <p:cNvPr id="83" name="Imagen 82" descr="Icono&#10;&#10;Descripción generada automáticamente">
              <a:hlinkClick r:id="rId25" action="ppaction://hlinksldjump"/>
              <a:extLst>
                <a:ext uri="{FF2B5EF4-FFF2-40B4-BE49-F238E27FC236}">
                  <a16:creationId xmlns:a16="http://schemas.microsoft.com/office/drawing/2014/main" id="{BA0D6F8A-7FC7-F179-BE1F-E2116B31DC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27"/>
                </a:ext>
              </a:extLst>
            </a:blip>
            <a:stretch>
              <a:fillRect/>
            </a:stretch>
          </p:blipFill>
          <p:spPr>
            <a:xfrm>
              <a:off x="9939938" y="561011"/>
              <a:ext cx="533400" cy="533400"/>
            </a:xfrm>
            <a:prstGeom prst="rect">
              <a:avLst/>
            </a:prstGeom>
          </p:spPr>
        </p:pic>
        <p:sp>
          <p:nvSpPr>
            <p:cNvPr id="84" name="CuadroTexto 83">
              <a:hlinkClick r:id="rId25" action="ppaction://hlinksldjump"/>
              <a:extLst>
                <a:ext uri="{FF2B5EF4-FFF2-40B4-BE49-F238E27FC236}">
                  <a16:creationId xmlns:a16="http://schemas.microsoft.com/office/drawing/2014/main" id="{D1362C77-4AF8-2E74-3BC4-37BA3B3D3853}"/>
                </a:ext>
              </a:extLst>
            </p:cNvPr>
            <p:cNvSpPr txBox="1"/>
            <p:nvPr/>
          </p:nvSpPr>
          <p:spPr>
            <a:xfrm>
              <a:off x="10052836" y="64497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rgbClr val="FF0000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4581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Browser" descr="&lt;SmartSettings&gt;&lt;SmartResize enabled=&quot;True&quot; minWidth=&quot;140&quot; minHeight=&quot;5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-16574" y="-8423"/>
            <a:ext cx="12208573" cy="6866424"/>
            <a:chOff x="595684" y="1261241"/>
            <a:chExt cx="6668462" cy="4352545"/>
          </a:xfrm>
        </p:grpSpPr>
        <p:sp>
          <p:nvSpPr>
            <p:cNvPr id="23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595684" y="1600363"/>
              <a:ext cx="6668462" cy="401342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595685" y="1261241"/>
              <a:ext cx="6668461" cy="3404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25" name="Menu Button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134212" y="1456200"/>
              <a:ext cx="81508" cy="71447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6" name="Close Button" descr="&lt;SmartSettings&gt;&lt;SmartResize anchorLeft=&quot;None&quot; anchorTop=&quot;Absolute&quot; anchorRight=&quot;Absolute&quot; anchorBottom=&quot;None&quot; /&gt;&lt;/SmartSettings&gt;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148958" y="1306404"/>
              <a:ext cx="53761" cy="60378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7" name="Address Box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6"/>
              </p:custDataLst>
            </p:nvPr>
          </p:nvSpPr>
          <p:spPr>
            <a:xfrm>
              <a:off x="1088867" y="1416571"/>
              <a:ext cx="5996919" cy="150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b="1" noProof="1">
                  <a:solidFill>
                    <a:schemeClr val="accent6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https</a:t>
              </a:r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://www.cuidandoapancho.com/pasarelaPago</a:t>
              </a:r>
            </a:p>
          </p:txBody>
        </p:sp>
        <p:sp>
          <p:nvSpPr>
            <p:cNvPr id="28" name="Document Icon" descr="&lt;SmartSettings&gt;&lt;SmartResize anchorLeft=&quot;Absolute&quot; anchorTop=&quot;Absolute&quot; anchorRight=&quot;None&quot; anchorBottom=&quot;None&quot; /&gt;&lt;/SmartSettings&gt;"/>
            <p:cNvSpPr>
              <a:spLocks noChangeAspect="1"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1130447" y="1449659"/>
              <a:ext cx="51160" cy="84529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29" name="Navigation Buttons"/>
            <p:cNvGrpSpPr/>
            <p:nvPr/>
          </p:nvGrpSpPr>
          <p:grpSpPr>
            <a:xfrm>
              <a:off x="664460" y="1437080"/>
              <a:ext cx="350313" cy="109687"/>
              <a:chOff x="664460" y="1437080"/>
              <a:chExt cx="350313" cy="109687"/>
            </a:xfrm>
          </p:grpSpPr>
          <p:sp>
            <p:nvSpPr>
              <p:cNvPr id="30" name="Back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664460" y="1453684"/>
                <a:ext cx="83243" cy="76479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1" name="Forwar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796260" y="1453684"/>
                <a:ext cx="83243" cy="76479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2" name="Reloa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928062" y="1437080"/>
                <a:ext cx="86711" cy="109687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33" name="Imagen 32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" y="549049"/>
            <a:ext cx="2391284" cy="561746"/>
          </a:xfrm>
          <a:prstGeom prst="rect">
            <a:avLst/>
          </a:prstGeom>
        </p:spPr>
      </p:pic>
      <p:cxnSp>
        <p:nvCxnSpPr>
          <p:cNvPr id="34" name="Conector recto 33"/>
          <p:cNvCxnSpPr/>
          <p:nvPr/>
        </p:nvCxnSpPr>
        <p:spPr>
          <a:xfrm>
            <a:off x="0" y="1139902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ángulo 34"/>
          <p:cNvSpPr/>
          <p:nvPr/>
        </p:nvSpPr>
        <p:spPr>
          <a:xfrm>
            <a:off x="-16574" y="6630664"/>
            <a:ext cx="12208574" cy="228600"/>
          </a:xfrm>
          <a:prstGeom prst="rect">
            <a:avLst/>
          </a:prstGeom>
          <a:gradFill>
            <a:gsLst>
              <a:gs pos="0">
                <a:schemeClr val="bg1"/>
              </a:gs>
              <a:gs pos="33000">
                <a:schemeClr val="bg2"/>
              </a:gs>
              <a:gs pos="84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>
                <a:solidFill>
                  <a:schemeClr val="tx1"/>
                </a:solidFill>
              </a:rPr>
              <a:t>© Ningún derecho reservado - 2017</a:t>
            </a:r>
            <a:endParaRPr lang="en-US" sz="1050" dirty="0">
              <a:solidFill>
                <a:schemeClr val="tx1"/>
              </a:solidFill>
            </a:endParaRPr>
          </a:p>
        </p:txBody>
      </p:sp>
      <p:grpSp>
        <p:nvGrpSpPr>
          <p:cNvPr id="36" name="Grupo 35"/>
          <p:cNvGrpSpPr/>
          <p:nvPr/>
        </p:nvGrpSpPr>
        <p:grpSpPr>
          <a:xfrm>
            <a:off x="10475610" y="622021"/>
            <a:ext cx="1553119" cy="415801"/>
            <a:chOff x="4519718" y="8223232"/>
            <a:chExt cx="1553119" cy="415801"/>
          </a:xfrm>
        </p:grpSpPr>
        <p:grpSp>
          <p:nvGrpSpPr>
            <p:cNvPr id="37" name="Grupo 36"/>
            <p:cNvGrpSpPr/>
            <p:nvPr/>
          </p:nvGrpSpPr>
          <p:grpSpPr>
            <a:xfrm>
              <a:off x="4519718" y="8256590"/>
              <a:ext cx="1460954" cy="321425"/>
              <a:chOff x="4519718" y="8256590"/>
              <a:chExt cx="1460954" cy="321425"/>
            </a:xfrm>
          </p:grpSpPr>
          <p:pic>
            <p:nvPicPr>
              <p:cNvPr id="39" name="Picture 2" descr="Resultado de imagen de icono silueta usuario web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78842" y="8276185"/>
                <a:ext cx="301830" cy="3018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0" name="CuadroTexto 39"/>
              <p:cNvSpPr txBox="1"/>
              <p:nvPr/>
            </p:nvSpPr>
            <p:spPr>
              <a:xfrm>
                <a:off x="4519718" y="8256590"/>
                <a:ext cx="99815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400" i="1" dirty="0"/>
                  <a:t>Hola, Anita</a:t>
                </a:r>
                <a:endParaRPr lang="en-US" sz="1400" i="1" dirty="0"/>
              </a:p>
            </p:txBody>
          </p:sp>
        </p:grpSp>
        <p:sp>
          <p:nvSpPr>
            <p:cNvPr id="38" name="Elipse 37"/>
            <p:cNvSpPr/>
            <p:nvPr/>
          </p:nvSpPr>
          <p:spPr>
            <a:xfrm>
              <a:off x="5595581" y="8223232"/>
              <a:ext cx="477256" cy="4158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2" descr="Imagen relacionada"/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28"/>
          <a:stretch/>
        </p:blipFill>
        <p:spPr bwMode="auto">
          <a:xfrm>
            <a:off x="2092006" y="1495819"/>
            <a:ext cx="7894204" cy="492055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hlinkClick r:id="rId17" action="ppaction://hlinksldjump"/>
          </p:cNvPr>
          <p:cNvSpPr/>
          <p:nvPr/>
        </p:nvSpPr>
        <p:spPr>
          <a:xfrm>
            <a:off x="8486274" y="4636168"/>
            <a:ext cx="930442" cy="336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 descr="Icono&#10;&#10;Descripción generada automáticamente">
            <a:extLst>
              <a:ext uri="{FF2B5EF4-FFF2-40B4-BE49-F238E27FC236}">
                <a16:creationId xmlns:a16="http://schemas.microsoft.com/office/drawing/2014/main" id="{DF327C2E-D6A4-57DC-B96C-C2B31C4D4EC6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9"/>
              </a:ext>
            </a:extLst>
          </a:blip>
          <a:stretch>
            <a:fillRect/>
          </a:stretch>
        </p:blipFill>
        <p:spPr>
          <a:xfrm>
            <a:off x="9939938" y="550102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764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Browser" descr="&lt;SmartSettings&gt;&lt;SmartResize enabled=&quot;True&quot; minWidth=&quot;140&quot; minHeight=&quot;5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-16574" y="-8423"/>
            <a:ext cx="12208573" cy="6866424"/>
            <a:chOff x="595684" y="1261241"/>
            <a:chExt cx="6668462" cy="4352545"/>
          </a:xfrm>
        </p:grpSpPr>
        <p:sp>
          <p:nvSpPr>
            <p:cNvPr id="23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595684" y="1600363"/>
              <a:ext cx="6668462" cy="401342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595685" y="1261241"/>
              <a:ext cx="6668461" cy="3404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25" name="Menu Button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134212" y="1456200"/>
              <a:ext cx="81508" cy="71447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6" name="Close Button" descr="&lt;SmartSettings&gt;&lt;SmartResize anchorLeft=&quot;None&quot; anchorTop=&quot;Absolute&quot; anchorRight=&quot;Absolute&quot; anchorBottom=&quot;None&quot; /&gt;&lt;/SmartSettings&gt;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148958" y="1306404"/>
              <a:ext cx="53761" cy="60378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7" name="Address Box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6"/>
              </p:custDataLst>
            </p:nvPr>
          </p:nvSpPr>
          <p:spPr>
            <a:xfrm>
              <a:off x="1088867" y="1416571"/>
              <a:ext cx="5996919" cy="150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b="1" noProof="1">
                  <a:solidFill>
                    <a:schemeClr val="accent6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https</a:t>
              </a:r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://www.cuidandoapancho.com/pasarelaPago</a:t>
              </a:r>
            </a:p>
          </p:txBody>
        </p:sp>
        <p:sp>
          <p:nvSpPr>
            <p:cNvPr id="28" name="Document Icon" descr="&lt;SmartSettings&gt;&lt;SmartResize anchorLeft=&quot;Absolute&quot; anchorTop=&quot;Absolute&quot; anchorRight=&quot;None&quot; anchorBottom=&quot;None&quot; /&gt;&lt;/SmartSettings&gt;"/>
            <p:cNvSpPr>
              <a:spLocks noChangeAspect="1"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1130447" y="1449659"/>
              <a:ext cx="51160" cy="84529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29" name="Navigation Buttons"/>
            <p:cNvGrpSpPr/>
            <p:nvPr/>
          </p:nvGrpSpPr>
          <p:grpSpPr>
            <a:xfrm>
              <a:off x="664460" y="1437080"/>
              <a:ext cx="350313" cy="109687"/>
              <a:chOff x="664460" y="1437080"/>
              <a:chExt cx="350313" cy="109687"/>
            </a:xfrm>
          </p:grpSpPr>
          <p:sp>
            <p:nvSpPr>
              <p:cNvPr id="30" name="Back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664460" y="1453684"/>
                <a:ext cx="83243" cy="76479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1" name="Forwar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796260" y="1453684"/>
                <a:ext cx="83243" cy="76479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2" name="Reloa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928062" y="1437080"/>
                <a:ext cx="86711" cy="109687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33" name="Imagen 3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" y="549049"/>
            <a:ext cx="2391284" cy="561746"/>
          </a:xfrm>
          <a:prstGeom prst="rect">
            <a:avLst/>
          </a:prstGeom>
        </p:spPr>
      </p:pic>
      <p:cxnSp>
        <p:nvCxnSpPr>
          <p:cNvPr id="34" name="Conector recto 33"/>
          <p:cNvCxnSpPr/>
          <p:nvPr/>
        </p:nvCxnSpPr>
        <p:spPr>
          <a:xfrm>
            <a:off x="0" y="1139902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ángulo 34"/>
          <p:cNvSpPr/>
          <p:nvPr/>
        </p:nvSpPr>
        <p:spPr>
          <a:xfrm>
            <a:off x="-16574" y="6630664"/>
            <a:ext cx="12208574" cy="228600"/>
          </a:xfrm>
          <a:prstGeom prst="rect">
            <a:avLst/>
          </a:prstGeom>
          <a:gradFill>
            <a:gsLst>
              <a:gs pos="0">
                <a:schemeClr val="bg1"/>
              </a:gs>
              <a:gs pos="33000">
                <a:schemeClr val="bg2"/>
              </a:gs>
              <a:gs pos="84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>
                <a:solidFill>
                  <a:schemeClr val="tx1"/>
                </a:solidFill>
              </a:rPr>
              <a:t>© Ningún derecho reservado - 2017</a:t>
            </a:r>
            <a:endParaRPr lang="en-US" sz="1050" dirty="0">
              <a:solidFill>
                <a:schemeClr val="tx1"/>
              </a:solidFill>
            </a:endParaRPr>
          </a:p>
        </p:txBody>
      </p:sp>
      <p:grpSp>
        <p:nvGrpSpPr>
          <p:cNvPr id="36" name="Grupo 35"/>
          <p:cNvGrpSpPr/>
          <p:nvPr/>
        </p:nvGrpSpPr>
        <p:grpSpPr>
          <a:xfrm>
            <a:off x="10475610" y="622021"/>
            <a:ext cx="1553119" cy="415801"/>
            <a:chOff x="4519718" y="8223232"/>
            <a:chExt cx="1553119" cy="415801"/>
          </a:xfrm>
        </p:grpSpPr>
        <p:grpSp>
          <p:nvGrpSpPr>
            <p:cNvPr id="37" name="Grupo 36"/>
            <p:cNvGrpSpPr/>
            <p:nvPr/>
          </p:nvGrpSpPr>
          <p:grpSpPr>
            <a:xfrm>
              <a:off x="4519718" y="8256590"/>
              <a:ext cx="1460954" cy="321425"/>
              <a:chOff x="4519718" y="8256590"/>
              <a:chExt cx="1460954" cy="321425"/>
            </a:xfrm>
          </p:grpSpPr>
          <p:pic>
            <p:nvPicPr>
              <p:cNvPr id="39" name="Picture 2" descr="Resultado de imagen de icono silueta usuario web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78842" y="8276185"/>
                <a:ext cx="301830" cy="3018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0" name="CuadroTexto 39"/>
              <p:cNvSpPr txBox="1"/>
              <p:nvPr/>
            </p:nvSpPr>
            <p:spPr>
              <a:xfrm>
                <a:off x="4519718" y="8256590"/>
                <a:ext cx="99815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400" i="1" dirty="0"/>
                  <a:t>Hola, Anita</a:t>
                </a:r>
                <a:endParaRPr lang="en-US" sz="1400" i="1" dirty="0"/>
              </a:p>
            </p:txBody>
          </p:sp>
        </p:grpSp>
        <p:sp>
          <p:nvSpPr>
            <p:cNvPr id="38" name="Elipse 37"/>
            <p:cNvSpPr/>
            <p:nvPr/>
          </p:nvSpPr>
          <p:spPr>
            <a:xfrm>
              <a:off x="5595581" y="8223232"/>
              <a:ext cx="477256" cy="4158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2" descr="Imagen relacionada"/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28"/>
          <a:stretch/>
        </p:blipFill>
        <p:spPr bwMode="auto">
          <a:xfrm>
            <a:off x="2092006" y="1495819"/>
            <a:ext cx="7894204" cy="492055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hlinkClick r:id="rId16" action="ppaction://hlinksldjump"/>
          </p:cNvPr>
          <p:cNvSpPr/>
          <p:nvPr/>
        </p:nvSpPr>
        <p:spPr>
          <a:xfrm>
            <a:off x="8486274" y="4636168"/>
            <a:ext cx="930442" cy="336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Modal Dialog Overlay"/>
          <p:cNvSpPr>
            <a:spLocks/>
          </p:cNvSpPr>
          <p:nvPr/>
        </p:nvSpPr>
        <p:spPr bwMode="auto">
          <a:xfrm>
            <a:off x="-24826" y="557030"/>
            <a:ext cx="12216825" cy="6334655"/>
          </a:xfrm>
          <a:prstGeom prst="rect">
            <a:avLst/>
          </a:prstGeom>
          <a:solidFill>
            <a:srgbClr val="808080">
              <a:alpha val="60000"/>
            </a:srgbClr>
          </a:solidFill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2" name="Grupo 41"/>
          <p:cNvGrpSpPr/>
          <p:nvPr/>
        </p:nvGrpSpPr>
        <p:grpSpPr>
          <a:xfrm>
            <a:off x="3072384" y="2386584"/>
            <a:ext cx="5855368" cy="3560701"/>
            <a:chOff x="3168675" y="7034747"/>
            <a:chExt cx="5855368" cy="3560701"/>
          </a:xfrm>
        </p:grpSpPr>
        <p:sp>
          <p:nvSpPr>
            <p:cNvPr id="43" name="Rectángulo redondeado 42"/>
            <p:cNvSpPr/>
            <p:nvPr/>
          </p:nvSpPr>
          <p:spPr>
            <a:xfrm>
              <a:off x="3168675" y="7034747"/>
              <a:ext cx="5855368" cy="3560701"/>
            </a:xfrm>
            <a:prstGeom prst="roundRect">
              <a:avLst>
                <a:gd name="adj" fmla="val 5403"/>
              </a:avLst>
            </a:prstGeom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7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s-ES" dirty="0"/>
                <a:t>   </a:t>
              </a:r>
            </a:p>
            <a:p>
              <a:pPr algn="ctr"/>
              <a:endParaRPr lang="es-ES" sz="2400" dirty="0"/>
            </a:p>
            <a:p>
              <a:pPr algn="ctr"/>
              <a:endParaRPr lang="es-ES" sz="2400" dirty="0"/>
            </a:p>
            <a:p>
              <a:pPr algn="ctr"/>
              <a:r>
                <a:rPr lang="es-ES" sz="2400" dirty="0"/>
                <a:t>¡Su pago se ha realizado con éxito!</a:t>
              </a: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44" name="Picture 2" descr="Resultado de imagen de tick verde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4739" y="7318354"/>
              <a:ext cx="1956138" cy="14650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Rectángulo redondeado 44">
              <a:hlinkClick r:id="rId18" action="ppaction://hlinksldjump"/>
            </p:cNvPr>
            <p:cNvSpPr/>
            <p:nvPr/>
          </p:nvSpPr>
          <p:spPr>
            <a:xfrm>
              <a:off x="5021174" y="9729323"/>
              <a:ext cx="2175415" cy="398760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b="1" dirty="0"/>
                <a:t>Volver a inicio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2169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Browser" descr="&lt;SmartSettings&gt;&lt;SmartResize enabled=&quot;True&quot; minWidth=&quot;140&quot; minHeight=&quot;5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-16574" y="-8423"/>
            <a:ext cx="12208573" cy="6866424"/>
            <a:chOff x="595684" y="1261241"/>
            <a:chExt cx="6668462" cy="4352545"/>
          </a:xfrm>
        </p:grpSpPr>
        <p:sp>
          <p:nvSpPr>
            <p:cNvPr id="89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595684" y="1600363"/>
              <a:ext cx="6668462" cy="401342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0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595685" y="1261241"/>
              <a:ext cx="6668461" cy="3404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91" name="Menu Button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134212" y="1456200"/>
              <a:ext cx="81508" cy="71447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2" name="Close Button" descr="&lt;SmartSettings&gt;&lt;SmartResize anchorLeft=&quot;None&quot; anchorTop=&quot;Absolute&quot; anchorRight=&quot;Absolute&quot; anchorBottom=&quot;None&quot; /&gt;&lt;/SmartSettings&gt;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148958" y="1306404"/>
              <a:ext cx="53761" cy="60378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3" name="Address Box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6"/>
              </p:custDataLst>
            </p:nvPr>
          </p:nvSpPr>
          <p:spPr>
            <a:xfrm>
              <a:off x="1088867" y="1416571"/>
              <a:ext cx="5996919" cy="150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www.cuidandoapancho.com/encuentraMascota?ubicacion=LasRozas&amp;hora=L9.14</a:t>
              </a:r>
            </a:p>
          </p:txBody>
        </p:sp>
        <p:sp>
          <p:nvSpPr>
            <p:cNvPr id="94" name="Document Icon" descr="&lt;SmartSettings&gt;&lt;SmartResize anchorLeft=&quot;Absolute&quot; anchorTop=&quot;Absolute&quot; anchorRight=&quot;None&quot; anchorBottom=&quot;None&quot; /&gt;&lt;/SmartSettings&gt;"/>
            <p:cNvSpPr>
              <a:spLocks noChangeAspect="1"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1130447" y="1449659"/>
              <a:ext cx="51160" cy="84529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95" name="Navigation Buttons"/>
            <p:cNvGrpSpPr/>
            <p:nvPr/>
          </p:nvGrpSpPr>
          <p:grpSpPr>
            <a:xfrm>
              <a:off x="664460" y="1437080"/>
              <a:ext cx="350313" cy="109687"/>
              <a:chOff x="664460" y="1437080"/>
              <a:chExt cx="350313" cy="109687"/>
            </a:xfrm>
          </p:grpSpPr>
          <p:sp>
            <p:nvSpPr>
              <p:cNvPr id="96" name="Back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664460" y="1453684"/>
                <a:ext cx="83243" cy="76479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7" name="Forwar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796260" y="1453684"/>
                <a:ext cx="83243" cy="76479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8" name="Reloa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928062" y="1437080"/>
                <a:ext cx="86711" cy="109687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99" name="Imagen 98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" y="549049"/>
            <a:ext cx="2391284" cy="561746"/>
          </a:xfrm>
          <a:prstGeom prst="rect">
            <a:avLst/>
          </a:prstGeom>
        </p:spPr>
      </p:pic>
      <p:cxnSp>
        <p:nvCxnSpPr>
          <p:cNvPr id="100" name="Conector recto 99"/>
          <p:cNvCxnSpPr/>
          <p:nvPr/>
        </p:nvCxnSpPr>
        <p:spPr>
          <a:xfrm>
            <a:off x="0" y="1139902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ángulo 100"/>
          <p:cNvSpPr/>
          <p:nvPr/>
        </p:nvSpPr>
        <p:spPr>
          <a:xfrm>
            <a:off x="-16574" y="6630664"/>
            <a:ext cx="12208574" cy="228600"/>
          </a:xfrm>
          <a:prstGeom prst="rect">
            <a:avLst/>
          </a:prstGeom>
          <a:gradFill>
            <a:gsLst>
              <a:gs pos="0">
                <a:schemeClr val="bg1"/>
              </a:gs>
              <a:gs pos="33000">
                <a:schemeClr val="bg2"/>
              </a:gs>
              <a:gs pos="84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>
                <a:solidFill>
                  <a:schemeClr val="tx1"/>
                </a:solidFill>
              </a:rPr>
              <a:t>© Ningún derecho reservado - 2017</a:t>
            </a:r>
            <a:endParaRPr lang="en-US" sz="1050" dirty="0">
              <a:solidFill>
                <a:schemeClr val="tx1"/>
              </a:solidFill>
            </a:endParaRPr>
          </a:p>
        </p:txBody>
      </p:sp>
      <p:grpSp>
        <p:nvGrpSpPr>
          <p:cNvPr id="102" name="Grupo 101"/>
          <p:cNvGrpSpPr/>
          <p:nvPr/>
        </p:nvGrpSpPr>
        <p:grpSpPr>
          <a:xfrm>
            <a:off x="10475610" y="622021"/>
            <a:ext cx="1553119" cy="415801"/>
            <a:chOff x="4519718" y="8223232"/>
            <a:chExt cx="1553119" cy="415801"/>
          </a:xfrm>
        </p:grpSpPr>
        <p:grpSp>
          <p:nvGrpSpPr>
            <p:cNvPr id="103" name="Grupo 102"/>
            <p:cNvGrpSpPr/>
            <p:nvPr/>
          </p:nvGrpSpPr>
          <p:grpSpPr>
            <a:xfrm>
              <a:off x="4519718" y="8256590"/>
              <a:ext cx="1460954" cy="321425"/>
              <a:chOff x="4519718" y="8256590"/>
              <a:chExt cx="1460954" cy="321425"/>
            </a:xfrm>
          </p:grpSpPr>
          <p:pic>
            <p:nvPicPr>
              <p:cNvPr id="105" name="Picture 2" descr="Resultado de imagen de icono silueta usuario web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78842" y="8276185"/>
                <a:ext cx="301830" cy="3018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6" name="CuadroTexto 105"/>
              <p:cNvSpPr txBox="1"/>
              <p:nvPr/>
            </p:nvSpPr>
            <p:spPr>
              <a:xfrm>
                <a:off x="4519718" y="8256590"/>
                <a:ext cx="10669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400" i="1" dirty="0"/>
                  <a:t>Hola, Pepito</a:t>
                </a:r>
                <a:endParaRPr lang="en-US" sz="1400" i="1" dirty="0"/>
              </a:p>
            </p:txBody>
          </p:sp>
        </p:grpSp>
        <p:sp>
          <p:nvSpPr>
            <p:cNvPr id="104" name="Elipse 103"/>
            <p:cNvSpPr/>
            <p:nvPr/>
          </p:nvSpPr>
          <p:spPr>
            <a:xfrm>
              <a:off x="5595581" y="8223232"/>
              <a:ext cx="477256" cy="4158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7" name="Imagen 106"/>
          <p:cNvPicPr>
            <a:picLocks noChangeAspect="1"/>
          </p:cNvPicPr>
          <p:nvPr/>
        </p:nvPicPr>
        <p:blipFill rotWithShape="1">
          <a:blip r:embed="rId16"/>
          <a:srcRect l="47755" t="6460" r="51669" b="8619"/>
          <a:stretch/>
        </p:blipFill>
        <p:spPr>
          <a:xfrm>
            <a:off x="11996383" y="1496562"/>
            <a:ext cx="166515" cy="5120640"/>
          </a:xfrm>
          <a:prstGeom prst="rect">
            <a:avLst/>
          </a:prstGeom>
        </p:spPr>
      </p:pic>
      <p:sp>
        <p:nvSpPr>
          <p:cNvPr id="108" name="Breadcrumbs"/>
          <p:cNvSpPr>
            <a:spLocks/>
          </p:cNvSpPr>
          <p:nvPr/>
        </p:nvSpPr>
        <p:spPr bwMode="auto">
          <a:xfrm>
            <a:off x="119075" y="1220482"/>
            <a:ext cx="1879855" cy="203932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900" u="sng" dirty="0">
                <a:solidFill>
                  <a:srgbClr val="5B9BD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  <a:hlinkClick r:id="rId13" action="ppaction://hlinksldjump"/>
              </a:rPr>
              <a:t>Home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13" action="ppaction://hlinksldjump"/>
              </a:rPr>
              <a:t>  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»  </a:t>
            </a:r>
            <a:r>
              <a:rPr lang="es-E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17" action="ppaction://hlinksldjump"/>
              </a:rPr>
              <a:t>Mis Cuidados</a:t>
            </a:r>
            <a:r>
              <a:rPr lang="es-E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»  Listado</a:t>
            </a:r>
            <a:endParaRPr lang="es-ES" sz="900" dirty="0">
              <a:solidFill>
                <a:srgbClr val="5F5F5F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9" name="Conector recto 108"/>
          <p:cNvCxnSpPr/>
          <p:nvPr/>
        </p:nvCxnSpPr>
        <p:spPr>
          <a:xfrm>
            <a:off x="2272" y="1442430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518611" y="1732822"/>
            <a:ext cx="11084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Foto      Nombre	Descripción				Dueño	                    Horario		Acciones</a:t>
            </a:r>
            <a:endParaRPr lang="en-US" b="1" i="1" dirty="0"/>
          </a:p>
        </p:txBody>
      </p:sp>
      <p:cxnSp>
        <p:nvCxnSpPr>
          <p:cNvPr id="22" name="Conector recto 21"/>
          <p:cNvCxnSpPr>
            <a:cxnSpLocks/>
          </p:cNvCxnSpPr>
          <p:nvPr/>
        </p:nvCxnSpPr>
        <p:spPr>
          <a:xfrm>
            <a:off x="2341677" y="1762512"/>
            <a:ext cx="27994" cy="19112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/>
          <p:cNvCxnSpPr>
            <a:cxnSpLocks/>
          </p:cNvCxnSpPr>
          <p:nvPr/>
        </p:nvCxnSpPr>
        <p:spPr>
          <a:xfrm>
            <a:off x="6915957" y="1778432"/>
            <a:ext cx="13764" cy="19495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/>
          <p:cNvCxnSpPr>
            <a:cxnSpLocks/>
          </p:cNvCxnSpPr>
          <p:nvPr/>
        </p:nvCxnSpPr>
        <p:spPr>
          <a:xfrm>
            <a:off x="8561176" y="1764784"/>
            <a:ext cx="0" cy="19632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2" name="Triángulo isósceles 2051"/>
          <p:cNvSpPr/>
          <p:nvPr/>
        </p:nvSpPr>
        <p:spPr>
          <a:xfrm>
            <a:off x="8278317" y="1856494"/>
            <a:ext cx="177421" cy="1474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riángulo isósceles 49"/>
          <p:cNvSpPr/>
          <p:nvPr/>
        </p:nvSpPr>
        <p:spPr>
          <a:xfrm>
            <a:off x="10013424" y="1853580"/>
            <a:ext cx="177421" cy="1474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Resultado de imagen de simbolo ayuda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2675" y="1834732"/>
            <a:ext cx="185619" cy="18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3" name="CuadroTexto 2052"/>
          <p:cNvSpPr txBox="1"/>
          <p:nvPr/>
        </p:nvSpPr>
        <p:spPr>
          <a:xfrm>
            <a:off x="2485228" y="2227649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un gato con un dueño un regio que adora las lasañas y odia a los perros 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53" name="CuadroTexto 52"/>
          <p:cNvSpPr txBox="1"/>
          <p:nvPr/>
        </p:nvSpPr>
        <p:spPr>
          <a:xfrm>
            <a:off x="1198008" y="2295642"/>
            <a:ext cx="797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Garfield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55" name="CuadroTexto 54"/>
          <p:cNvSpPr txBox="1"/>
          <p:nvPr/>
        </p:nvSpPr>
        <p:spPr>
          <a:xfrm>
            <a:off x="8649185" y="2248741"/>
            <a:ext cx="1715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chemeClr val="accent2">
                    <a:lumMod val="50000"/>
                  </a:schemeClr>
                </a:solidFill>
              </a:rPr>
              <a:t>Domingo 12 Febrero </a:t>
            </a:r>
          </a:p>
          <a:p>
            <a:pPr algn="ctr"/>
            <a:r>
              <a:rPr lang="es-ES" sz="1400" b="1" dirty="0">
                <a:solidFill>
                  <a:schemeClr val="accent2">
                    <a:lumMod val="50000"/>
                  </a:schemeClr>
                </a:solidFill>
              </a:rPr>
              <a:t>9:00 – 10:00</a:t>
            </a:r>
            <a:endParaRPr lang="es-ES" sz="105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2055" name="Conector recto 2054"/>
          <p:cNvCxnSpPr/>
          <p:nvPr/>
        </p:nvCxnSpPr>
        <p:spPr>
          <a:xfrm flipH="1">
            <a:off x="518611" y="2099512"/>
            <a:ext cx="11087235" cy="0"/>
          </a:xfrm>
          <a:prstGeom prst="line">
            <a:avLst/>
          </a:prstGeom>
          <a:ln w="254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62"/>
          <p:cNvCxnSpPr/>
          <p:nvPr/>
        </p:nvCxnSpPr>
        <p:spPr>
          <a:xfrm flipH="1">
            <a:off x="516263" y="2857964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CuadroTexto 76"/>
          <p:cNvSpPr txBox="1"/>
          <p:nvPr/>
        </p:nvSpPr>
        <p:spPr>
          <a:xfrm>
            <a:off x="2418175" y="2994731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un perrito blanco y pequeño, mis dueños han salido de la Galia y necesito cuidados completos….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78" name="CuadroTexto 77"/>
          <p:cNvSpPr txBox="1"/>
          <p:nvPr/>
        </p:nvSpPr>
        <p:spPr>
          <a:xfrm>
            <a:off x="1184120" y="3048656"/>
            <a:ext cx="797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err="1"/>
              <a:t>Ideafix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80" name="CuadroTexto 79"/>
          <p:cNvSpPr txBox="1"/>
          <p:nvPr/>
        </p:nvSpPr>
        <p:spPr>
          <a:xfrm>
            <a:off x="8840083" y="2720396"/>
            <a:ext cx="159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2" name="CuadroTexto 81"/>
          <p:cNvSpPr txBox="1"/>
          <p:nvPr/>
        </p:nvSpPr>
        <p:spPr>
          <a:xfrm>
            <a:off x="8721833" y="3015828"/>
            <a:ext cx="1596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chemeClr val="accent2">
                    <a:lumMod val="50000"/>
                  </a:schemeClr>
                </a:solidFill>
              </a:rPr>
              <a:t>Lunes 13 Febrero</a:t>
            </a:r>
          </a:p>
          <a:p>
            <a:pPr algn="ctr"/>
            <a:r>
              <a:rPr lang="es-ES" sz="1400" b="1" dirty="0">
                <a:solidFill>
                  <a:schemeClr val="accent2">
                    <a:lumMod val="50000"/>
                  </a:schemeClr>
                </a:solidFill>
              </a:rPr>
              <a:t>10:00 – 16:00</a:t>
            </a:r>
            <a:endParaRPr lang="es-ES" sz="105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40" name="Conector recto 39"/>
          <p:cNvCxnSpPr>
            <a:cxnSpLocks/>
          </p:cNvCxnSpPr>
          <p:nvPr/>
        </p:nvCxnSpPr>
        <p:spPr>
          <a:xfrm>
            <a:off x="10426902" y="1777484"/>
            <a:ext cx="3218" cy="19505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ángulo redondeado 40">
            <a:hlinkClick r:id="rId19" action="ppaction://hlinksldjump"/>
          </p:cNvPr>
          <p:cNvSpPr/>
          <p:nvPr/>
        </p:nvSpPr>
        <p:spPr>
          <a:xfrm>
            <a:off x="10541000" y="2295641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Rescindir</a:t>
            </a:r>
            <a:endParaRPr lang="en-US" b="1" dirty="0"/>
          </a:p>
        </p:txBody>
      </p:sp>
      <p:sp>
        <p:nvSpPr>
          <p:cNvPr id="45" name="Rectángulo redondeado 44">
            <a:hlinkClick r:id="rId19" action="ppaction://hlinksldjump"/>
          </p:cNvPr>
          <p:cNvSpPr/>
          <p:nvPr/>
        </p:nvSpPr>
        <p:spPr>
          <a:xfrm>
            <a:off x="10559837" y="3069753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Rescindir</a:t>
            </a:r>
            <a:endParaRPr lang="en-US" b="1" dirty="0"/>
          </a:p>
        </p:txBody>
      </p:sp>
      <p:cxnSp>
        <p:nvCxnSpPr>
          <p:cNvPr id="110" name="Conector recto 109"/>
          <p:cNvCxnSpPr>
            <a:cxnSpLocks/>
          </p:cNvCxnSpPr>
          <p:nvPr/>
        </p:nvCxnSpPr>
        <p:spPr>
          <a:xfrm>
            <a:off x="1161384" y="1778432"/>
            <a:ext cx="0" cy="189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50" name="Picture 6" descr="Resultado de imagen de pica gato simpsons"/>
          <p:cNvPicPr>
            <a:picLocks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68" b="43024"/>
          <a:stretch/>
        </p:blipFill>
        <p:spPr bwMode="auto">
          <a:xfrm>
            <a:off x="682387" y="-731837"/>
            <a:ext cx="0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Resultado de imagen"/>
          <p:cNvPicPr>
            <a:picLocks noChangeArrowheads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696"/>
          <a:stretch/>
        </p:blipFill>
        <p:spPr bwMode="auto">
          <a:xfrm>
            <a:off x="511644" y="2919247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ADEB8C5-9317-520B-6F96-54BD329CDAF7}"/>
              </a:ext>
            </a:extLst>
          </p:cNvPr>
          <p:cNvCxnSpPr/>
          <p:nvPr/>
        </p:nvCxnSpPr>
        <p:spPr>
          <a:xfrm flipH="1">
            <a:off x="551704" y="3563259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C98DB5D-6092-0AEF-AF73-93778CBBA334}"/>
              </a:ext>
            </a:extLst>
          </p:cNvPr>
          <p:cNvSpPr txBox="1"/>
          <p:nvPr/>
        </p:nvSpPr>
        <p:spPr>
          <a:xfrm>
            <a:off x="7040601" y="2322638"/>
            <a:ext cx="797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Marcos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92B8AF0-63DA-9CD1-76C8-9BDAA4FEFC67}"/>
              </a:ext>
            </a:extLst>
          </p:cNvPr>
          <p:cNvSpPr txBox="1"/>
          <p:nvPr/>
        </p:nvSpPr>
        <p:spPr>
          <a:xfrm>
            <a:off x="7055995" y="3112510"/>
            <a:ext cx="797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Juan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B106C390-702D-985B-B32C-F17D46898D69}"/>
              </a:ext>
            </a:extLst>
          </p:cNvPr>
          <p:cNvGrpSpPr/>
          <p:nvPr/>
        </p:nvGrpSpPr>
        <p:grpSpPr>
          <a:xfrm>
            <a:off x="503041" y="3864408"/>
            <a:ext cx="2678159" cy="1131855"/>
            <a:chOff x="5153142" y="4744479"/>
            <a:chExt cx="2678159" cy="1131855"/>
          </a:xfrm>
        </p:grpSpPr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BA2CE31D-E727-A837-78AF-B4563166262E}"/>
                </a:ext>
              </a:extLst>
            </p:cNvPr>
            <p:cNvSpPr txBox="1"/>
            <p:nvPr/>
          </p:nvSpPr>
          <p:spPr>
            <a:xfrm>
              <a:off x="6290045" y="4873887"/>
              <a:ext cx="154125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2">
                      <a:lumMod val="50000"/>
                    </a:schemeClr>
                  </a:solidFill>
                </a:rPr>
                <a:t>Encuentra </a:t>
              </a:r>
            </a:p>
            <a:p>
              <a:pPr algn="ctr"/>
              <a:r>
                <a:rPr lang="es-ES" sz="2400" b="1" dirty="0">
                  <a:solidFill>
                    <a:schemeClr val="accent2">
                      <a:lumMod val="50000"/>
                    </a:schemeClr>
                  </a:solidFill>
                </a:rPr>
                <a:t>mascotas</a:t>
              </a:r>
              <a:endParaRPr lang="en-US" sz="2400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53D61140-7E66-D048-F063-02F613184508}"/>
                </a:ext>
              </a:extLst>
            </p:cNvPr>
            <p:cNvGrpSpPr/>
            <p:nvPr/>
          </p:nvGrpSpPr>
          <p:grpSpPr>
            <a:xfrm>
              <a:off x="5186524" y="4744479"/>
              <a:ext cx="1255921" cy="1131855"/>
              <a:chOff x="6771661" y="3136515"/>
              <a:chExt cx="1697259" cy="1395394"/>
            </a:xfrm>
          </p:grpSpPr>
          <p:pic>
            <p:nvPicPr>
              <p:cNvPr id="21" name="Imagen 20">
                <a:extLst>
                  <a:ext uri="{FF2B5EF4-FFF2-40B4-BE49-F238E27FC236}">
                    <a16:creationId xmlns:a16="http://schemas.microsoft.com/office/drawing/2014/main" id="{F6258485-827C-7EAA-A86E-F67A0EA7B4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71661" y="3172185"/>
                <a:ext cx="1054924" cy="1054924"/>
              </a:xfrm>
              <a:prstGeom prst="rect">
                <a:avLst/>
              </a:prstGeom>
            </p:spPr>
          </p:pic>
          <p:pic>
            <p:nvPicPr>
              <p:cNvPr id="23" name="Imagen 22">
                <a:extLst>
                  <a:ext uri="{FF2B5EF4-FFF2-40B4-BE49-F238E27FC236}">
                    <a16:creationId xmlns:a16="http://schemas.microsoft.com/office/drawing/2014/main" id="{2FA56864-E91F-43EB-7B56-093AED075C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4061" y="3324585"/>
                <a:ext cx="1054924" cy="1054924"/>
              </a:xfrm>
              <a:prstGeom prst="rect">
                <a:avLst/>
              </a:prstGeom>
            </p:spPr>
          </p:pic>
          <p:pic>
            <p:nvPicPr>
              <p:cNvPr id="24" name="Imagen 23">
                <a:extLst>
                  <a:ext uri="{FF2B5EF4-FFF2-40B4-BE49-F238E27FC236}">
                    <a16:creationId xmlns:a16="http://schemas.microsoft.com/office/drawing/2014/main" id="{9E997F2A-77B9-7B0F-DE93-9ADFEE1486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99123" y="3136515"/>
                <a:ext cx="1054924" cy="1054924"/>
              </a:xfrm>
              <a:prstGeom prst="rect">
                <a:avLst/>
              </a:prstGeom>
            </p:spPr>
          </p:pic>
          <p:pic>
            <p:nvPicPr>
              <p:cNvPr id="25" name="Imagen 24">
                <a:extLst>
                  <a:ext uri="{FF2B5EF4-FFF2-40B4-BE49-F238E27FC236}">
                    <a16:creationId xmlns:a16="http://schemas.microsoft.com/office/drawing/2014/main" id="{E0E1143D-F708-C93C-A591-19B84D1492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13996" y="3412311"/>
                <a:ext cx="1054924" cy="1054924"/>
              </a:xfrm>
              <a:prstGeom prst="rect">
                <a:avLst/>
              </a:prstGeom>
            </p:spPr>
          </p:pic>
          <p:pic>
            <p:nvPicPr>
              <p:cNvPr id="26" name="Imagen 25">
                <a:extLst>
                  <a:ext uri="{FF2B5EF4-FFF2-40B4-BE49-F238E27FC236}">
                    <a16:creationId xmlns:a16="http://schemas.microsoft.com/office/drawing/2014/main" id="{89E397AB-1BDD-7C28-8EEF-40E1CB29B3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6461" y="3476985"/>
                <a:ext cx="1054924" cy="1054924"/>
              </a:xfrm>
              <a:prstGeom prst="rect">
                <a:avLst/>
              </a:prstGeom>
            </p:spPr>
          </p:pic>
        </p:grpSp>
        <p:sp>
          <p:nvSpPr>
            <p:cNvPr id="20" name="Rectángulo redondeado 2">
              <a:hlinkClick r:id="rId17" action="ppaction://hlinksldjump"/>
              <a:extLst>
                <a:ext uri="{FF2B5EF4-FFF2-40B4-BE49-F238E27FC236}">
                  <a16:creationId xmlns:a16="http://schemas.microsoft.com/office/drawing/2014/main" id="{11EFB547-140D-D804-C02E-EDB52F0DEF1E}"/>
                </a:ext>
              </a:extLst>
            </p:cNvPr>
            <p:cNvSpPr/>
            <p:nvPr/>
          </p:nvSpPr>
          <p:spPr>
            <a:xfrm>
              <a:off x="5153142" y="4763529"/>
              <a:ext cx="2678159" cy="106034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6" name="Picture 2" descr="Garfield">
            <a:extLst>
              <a:ext uri="{FF2B5EF4-FFF2-40B4-BE49-F238E27FC236}">
                <a16:creationId xmlns:a16="http://schemas.microsoft.com/office/drawing/2014/main" id="{B1C251A1-C55B-EE5D-06F4-058D616A1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418" y="2221257"/>
            <a:ext cx="504781" cy="504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Imagen 27" descr="Icono&#10;&#10;Descripción generada automáticamente">
            <a:extLst>
              <a:ext uri="{FF2B5EF4-FFF2-40B4-BE49-F238E27FC236}">
                <a16:creationId xmlns:a16="http://schemas.microsoft.com/office/drawing/2014/main" id="{584937A6-C9B7-CFA0-10FB-6B126009AD03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5"/>
              </a:ext>
            </a:extLst>
          </a:blip>
          <a:stretch>
            <a:fillRect/>
          </a:stretch>
        </p:blipFill>
        <p:spPr>
          <a:xfrm>
            <a:off x="9962407" y="581121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731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Browser" descr="&lt;SmartSettings&gt;&lt;SmartResize enabled=&quot;True&quot; minWidth=&quot;140&quot; minHeight=&quot;5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-16574" y="-8423"/>
            <a:ext cx="12208573" cy="6866424"/>
            <a:chOff x="595684" y="1261241"/>
            <a:chExt cx="6668462" cy="4352545"/>
          </a:xfrm>
        </p:grpSpPr>
        <p:sp>
          <p:nvSpPr>
            <p:cNvPr id="89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595684" y="1600363"/>
              <a:ext cx="6668462" cy="401342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0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595685" y="1261241"/>
              <a:ext cx="6668461" cy="3404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91" name="Menu Button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134212" y="1456200"/>
              <a:ext cx="81508" cy="71447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2" name="Close Button" descr="&lt;SmartSettings&gt;&lt;SmartResize anchorLeft=&quot;None&quot; anchorTop=&quot;Absolute&quot; anchorRight=&quot;Absolute&quot; anchorBottom=&quot;None&quot; /&gt;&lt;/SmartSettings&gt;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148958" y="1306404"/>
              <a:ext cx="53761" cy="60378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3" name="Address Box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6"/>
              </p:custDataLst>
            </p:nvPr>
          </p:nvSpPr>
          <p:spPr>
            <a:xfrm>
              <a:off x="1088867" y="1416571"/>
              <a:ext cx="5996919" cy="150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www.cuidandoapancho.com/encuentraMascota?ubicacion=LasRozas&amp;hora=L9.14</a:t>
              </a:r>
            </a:p>
          </p:txBody>
        </p:sp>
        <p:sp>
          <p:nvSpPr>
            <p:cNvPr id="94" name="Document Icon" descr="&lt;SmartSettings&gt;&lt;SmartResize anchorLeft=&quot;Absolute&quot; anchorTop=&quot;Absolute&quot; anchorRight=&quot;None&quot; anchorBottom=&quot;None&quot; /&gt;&lt;/SmartSettings&gt;"/>
            <p:cNvSpPr>
              <a:spLocks noChangeAspect="1"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1130447" y="1449659"/>
              <a:ext cx="51160" cy="84529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95" name="Navigation Buttons"/>
            <p:cNvGrpSpPr/>
            <p:nvPr/>
          </p:nvGrpSpPr>
          <p:grpSpPr>
            <a:xfrm>
              <a:off x="664460" y="1437080"/>
              <a:ext cx="350313" cy="109687"/>
              <a:chOff x="664460" y="1437080"/>
              <a:chExt cx="350313" cy="109687"/>
            </a:xfrm>
          </p:grpSpPr>
          <p:sp>
            <p:nvSpPr>
              <p:cNvPr id="96" name="Back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664460" y="1453684"/>
                <a:ext cx="83243" cy="76479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7" name="Forwar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796260" y="1453684"/>
                <a:ext cx="83243" cy="76479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8" name="Reloa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928062" y="1437080"/>
                <a:ext cx="86711" cy="109687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99" name="Imagen 98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" y="549049"/>
            <a:ext cx="2391284" cy="561746"/>
          </a:xfrm>
          <a:prstGeom prst="rect">
            <a:avLst/>
          </a:prstGeom>
        </p:spPr>
      </p:pic>
      <p:cxnSp>
        <p:nvCxnSpPr>
          <p:cNvPr id="100" name="Conector recto 99"/>
          <p:cNvCxnSpPr/>
          <p:nvPr/>
        </p:nvCxnSpPr>
        <p:spPr>
          <a:xfrm>
            <a:off x="0" y="1139902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ángulo 100"/>
          <p:cNvSpPr/>
          <p:nvPr/>
        </p:nvSpPr>
        <p:spPr>
          <a:xfrm>
            <a:off x="-16574" y="6630664"/>
            <a:ext cx="12208574" cy="228600"/>
          </a:xfrm>
          <a:prstGeom prst="rect">
            <a:avLst/>
          </a:prstGeom>
          <a:gradFill>
            <a:gsLst>
              <a:gs pos="0">
                <a:schemeClr val="bg1"/>
              </a:gs>
              <a:gs pos="33000">
                <a:schemeClr val="bg2"/>
              </a:gs>
              <a:gs pos="84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>
                <a:solidFill>
                  <a:schemeClr val="tx1"/>
                </a:solidFill>
              </a:rPr>
              <a:t>© Ningún derecho reservado - 2017</a:t>
            </a:r>
            <a:endParaRPr lang="en-US" sz="1050" dirty="0">
              <a:solidFill>
                <a:schemeClr val="tx1"/>
              </a:solidFill>
            </a:endParaRPr>
          </a:p>
        </p:txBody>
      </p:sp>
      <p:grpSp>
        <p:nvGrpSpPr>
          <p:cNvPr id="102" name="Grupo 101"/>
          <p:cNvGrpSpPr/>
          <p:nvPr/>
        </p:nvGrpSpPr>
        <p:grpSpPr>
          <a:xfrm>
            <a:off x="10475610" y="622021"/>
            <a:ext cx="1553119" cy="415801"/>
            <a:chOff x="4519718" y="8223232"/>
            <a:chExt cx="1553119" cy="415801"/>
          </a:xfrm>
        </p:grpSpPr>
        <p:grpSp>
          <p:nvGrpSpPr>
            <p:cNvPr id="103" name="Grupo 102"/>
            <p:cNvGrpSpPr/>
            <p:nvPr/>
          </p:nvGrpSpPr>
          <p:grpSpPr>
            <a:xfrm>
              <a:off x="4519718" y="8256590"/>
              <a:ext cx="1460954" cy="321425"/>
              <a:chOff x="4519718" y="8256590"/>
              <a:chExt cx="1460954" cy="321425"/>
            </a:xfrm>
          </p:grpSpPr>
          <p:pic>
            <p:nvPicPr>
              <p:cNvPr id="105" name="Picture 2" descr="Resultado de imagen de icono silueta usuario web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78842" y="8276185"/>
                <a:ext cx="301830" cy="3018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6" name="CuadroTexto 105"/>
              <p:cNvSpPr txBox="1"/>
              <p:nvPr/>
            </p:nvSpPr>
            <p:spPr>
              <a:xfrm>
                <a:off x="4519718" y="8256590"/>
                <a:ext cx="10669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400" i="1" dirty="0"/>
                  <a:t>Hola, Pepito</a:t>
                </a:r>
                <a:endParaRPr lang="en-US" sz="1400" i="1" dirty="0"/>
              </a:p>
            </p:txBody>
          </p:sp>
        </p:grpSp>
        <p:sp>
          <p:nvSpPr>
            <p:cNvPr id="104" name="Elipse 103"/>
            <p:cNvSpPr/>
            <p:nvPr/>
          </p:nvSpPr>
          <p:spPr>
            <a:xfrm>
              <a:off x="5595581" y="8223232"/>
              <a:ext cx="477256" cy="4158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7" name="Imagen 106"/>
          <p:cNvPicPr>
            <a:picLocks noChangeAspect="1"/>
          </p:cNvPicPr>
          <p:nvPr/>
        </p:nvPicPr>
        <p:blipFill rotWithShape="1">
          <a:blip r:embed="rId16"/>
          <a:srcRect l="47755" t="6460" r="51669" b="8619"/>
          <a:stretch/>
        </p:blipFill>
        <p:spPr>
          <a:xfrm>
            <a:off x="11996383" y="1496562"/>
            <a:ext cx="166515" cy="5120640"/>
          </a:xfrm>
          <a:prstGeom prst="rect">
            <a:avLst/>
          </a:prstGeom>
        </p:spPr>
      </p:pic>
      <p:sp>
        <p:nvSpPr>
          <p:cNvPr id="108" name="Breadcrumbs"/>
          <p:cNvSpPr>
            <a:spLocks/>
          </p:cNvSpPr>
          <p:nvPr/>
        </p:nvSpPr>
        <p:spPr bwMode="auto">
          <a:xfrm>
            <a:off x="119075" y="1220482"/>
            <a:ext cx="1879855" cy="203932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900" u="sng" dirty="0">
                <a:solidFill>
                  <a:srgbClr val="5B9BD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  <a:hlinkClick r:id="rId13" action="ppaction://hlinksldjump"/>
              </a:rPr>
              <a:t>Home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13" action="ppaction://hlinksldjump"/>
              </a:rPr>
              <a:t>  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»  </a:t>
            </a:r>
            <a:r>
              <a:rPr lang="es-E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17" action="ppaction://hlinksldjump"/>
              </a:rPr>
              <a:t>Mis Cuidados</a:t>
            </a:r>
            <a:r>
              <a:rPr lang="es-E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»  Listado</a:t>
            </a:r>
            <a:endParaRPr lang="es-ES" sz="900" dirty="0">
              <a:solidFill>
                <a:srgbClr val="5F5F5F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9" name="Conector recto 108"/>
          <p:cNvCxnSpPr/>
          <p:nvPr/>
        </p:nvCxnSpPr>
        <p:spPr>
          <a:xfrm>
            <a:off x="2272" y="1442430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518611" y="1732822"/>
            <a:ext cx="11084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Foto      Nombre	Descripción				Dueño	                    Horario		Acciones</a:t>
            </a:r>
            <a:endParaRPr lang="en-US" b="1" i="1" dirty="0"/>
          </a:p>
        </p:txBody>
      </p:sp>
      <p:cxnSp>
        <p:nvCxnSpPr>
          <p:cNvPr id="22" name="Conector recto 21"/>
          <p:cNvCxnSpPr>
            <a:cxnSpLocks/>
          </p:cNvCxnSpPr>
          <p:nvPr/>
        </p:nvCxnSpPr>
        <p:spPr>
          <a:xfrm>
            <a:off x="2341677" y="1762512"/>
            <a:ext cx="27994" cy="19112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/>
          <p:cNvCxnSpPr>
            <a:cxnSpLocks/>
          </p:cNvCxnSpPr>
          <p:nvPr/>
        </p:nvCxnSpPr>
        <p:spPr>
          <a:xfrm>
            <a:off x="6915957" y="1778432"/>
            <a:ext cx="13764" cy="19495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/>
          <p:cNvCxnSpPr>
            <a:cxnSpLocks/>
          </p:cNvCxnSpPr>
          <p:nvPr/>
        </p:nvCxnSpPr>
        <p:spPr>
          <a:xfrm>
            <a:off x="8561176" y="1764784"/>
            <a:ext cx="0" cy="19632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2" name="Triángulo isósceles 2051"/>
          <p:cNvSpPr/>
          <p:nvPr/>
        </p:nvSpPr>
        <p:spPr>
          <a:xfrm>
            <a:off x="8278317" y="1856494"/>
            <a:ext cx="177421" cy="1474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riángulo isósceles 49"/>
          <p:cNvSpPr/>
          <p:nvPr/>
        </p:nvSpPr>
        <p:spPr>
          <a:xfrm>
            <a:off x="10013424" y="1853580"/>
            <a:ext cx="177421" cy="1474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Resultado de imagen de simbolo ayuda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2675" y="1834732"/>
            <a:ext cx="185619" cy="18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3" name="CuadroTexto 2052"/>
          <p:cNvSpPr txBox="1"/>
          <p:nvPr/>
        </p:nvSpPr>
        <p:spPr>
          <a:xfrm>
            <a:off x="2485228" y="2227649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un gato con un dueño un regio que adora las lasañas y odia a los perros 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53" name="CuadroTexto 52"/>
          <p:cNvSpPr txBox="1"/>
          <p:nvPr/>
        </p:nvSpPr>
        <p:spPr>
          <a:xfrm>
            <a:off x="1198008" y="2295642"/>
            <a:ext cx="797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Garfield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55" name="CuadroTexto 54"/>
          <p:cNvSpPr txBox="1"/>
          <p:nvPr/>
        </p:nvSpPr>
        <p:spPr>
          <a:xfrm>
            <a:off x="8649185" y="2248741"/>
            <a:ext cx="1715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chemeClr val="accent2">
                    <a:lumMod val="50000"/>
                  </a:schemeClr>
                </a:solidFill>
              </a:rPr>
              <a:t>Domingo 12 Febrero </a:t>
            </a:r>
          </a:p>
          <a:p>
            <a:pPr algn="ctr"/>
            <a:r>
              <a:rPr lang="es-ES" sz="1400" b="1" dirty="0">
                <a:solidFill>
                  <a:schemeClr val="accent2">
                    <a:lumMod val="50000"/>
                  </a:schemeClr>
                </a:solidFill>
              </a:rPr>
              <a:t>9:00 – 10:00</a:t>
            </a:r>
            <a:endParaRPr lang="es-ES" sz="105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2055" name="Conector recto 2054"/>
          <p:cNvCxnSpPr/>
          <p:nvPr/>
        </p:nvCxnSpPr>
        <p:spPr>
          <a:xfrm flipH="1">
            <a:off x="518611" y="2099512"/>
            <a:ext cx="11087235" cy="0"/>
          </a:xfrm>
          <a:prstGeom prst="line">
            <a:avLst/>
          </a:prstGeom>
          <a:ln w="254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62"/>
          <p:cNvCxnSpPr/>
          <p:nvPr/>
        </p:nvCxnSpPr>
        <p:spPr>
          <a:xfrm flipH="1">
            <a:off x="516263" y="2857964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CuadroTexto 76"/>
          <p:cNvSpPr txBox="1"/>
          <p:nvPr/>
        </p:nvSpPr>
        <p:spPr>
          <a:xfrm>
            <a:off x="2418175" y="2994731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un perrito blanco y pequeño, mis dueños han salido de la Galia y necesito cuidados completos….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78" name="CuadroTexto 77"/>
          <p:cNvSpPr txBox="1"/>
          <p:nvPr/>
        </p:nvSpPr>
        <p:spPr>
          <a:xfrm>
            <a:off x="1184120" y="3048656"/>
            <a:ext cx="797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err="1"/>
              <a:t>Ideafix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80" name="CuadroTexto 79"/>
          <p:cNvSpPr txBox="1"/>
          <p:nvPr/>
        </p:nvSpPr>
        <p:spPr>
          <a:xfrm>
            <a:off x="8840083" y="2720396"/>
            <a:ext cx="159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2" name="CuadroTexto 81"/>
          <p:cNvSpPr txBox="1"/>
          <p:nvPr/>
        </p:nvSpPr>
        <p:spPr>
          <a:xfrm>
            <a:off x="8721833" y="3015828"/>
            <a:ext cx="1596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chemeClr val="accent2">
                    <a:lumMod val="50000"/>
                  </a:schemeClr>
                </a:solidFill>
              </a:rPr>
              <a:t>Lunes 13 Febrero</a:t>
            </a:r>
          </a:p>
          <a:p>
            <a:pPr algn="ctr"/>
            <a:r>
              <a:rPr lang="es-ES" sz="1400" b="1" dirty="0">
                <a:solidFill>
                  <a:schemeClr val="accent2">
                    <a:lumMod val="50000"/>
                  </a:schemeClr>
                </a:solidFill>
              </a:rPr>
              <a:t>10:00 – 16:00</a:t>
            </a:r>
            <a:endParaRPr lang="es-ES" sz="105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40" name="Conector recto 39"/>
          <p:cNvCxnSpPr>
            <a:cxnSpLocks/>
          </p:cNvCxnSpPr>
          <p:nvPr/>
        </p:nvCxnSpPr>
        <p:spPr>
          <a:xfrm>
            <a:off x="10426902" y="1777484"/>
            <a:ext cx="3218" cy="19505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ángulo redondeado 40">
            <a:hlinkClick r:id="rId19" action="ppaction://hlinksldjump"/>
          </p:cNvPr>
          <p:cNvSpPr/>
          <p:nvPr/>
        </p:nvSpPr>
        <p:spPr>
          <a:xfrm>
            <a:off x="10541000" y="2295641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Rescindir</a:t>
            </a:r>
            <a:endParaRPr lang="en-US" b="1" dirty="0"/>
          </a:p>
        </p:txBody>
      </p:sp>
      <p:sp>
        <p:nvSpPr>
          <p:cNvPr id="45" name="Rectángulo redondeado 44">
            <a:hlinkClick r:id="rId19" action="ppaction://hlinksldjump"/>
          </p:cNvPr>
          <p:cNvSpPr/>
          <p:nvPr/>
        </p:nvSpPr>
        <p:spPr>
          <a:xfrm>
            <a:off x="10559837" y="3069753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Rescindir</a:t>
            </a:r>
            <a:endParaRPr lang="en-US" b="1" dirty="0"/>
          </a:p>
        </p:txBody>
      </p:sp>
      <p:cxnSp>
        <p:nvCxnSpPr>
          <p:cNvPr id="110" name="Conector recto 109"/>
          <p:cNvCxnSpPr>
            <a:cxnSpLocks/>
          </p:cNvCxnSpPr>
          <p:nvPr/>
        </p:nvCxnSpPr>
        <p:spPr>
          <a:xfrm>
            <a:off x="1161384" y="1778432"/>
            <a:ext cx="0" cy="189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50" name="Picture 6" descr="Resultado de imagen de pica gato simpsons"/>
          <p:cNvPicPr>
            <a:picLocks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68" b="43024"/>
          <a:stretch/>
        </p:blipFill>
        <p:spPr bwMode="auto">
          <a:xfrm>
            <a:off x="682387" y="-731837"/>
            <a:ext cx="0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Resultado de imagen"/>
          <p:cNvPicPr>
            <a:picLocks noChangeArrowheads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696"/>
          <a:stretch/>
        </p:blipFill>
        <p:spPr bwMode="auto">
          <a:xfrm>
            <a:off x="511644" y="2919247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ADEB8C5-9317-520B-6F96-54BD329CDAF7}"/>
              </a:ext>
            </a:extLst>
          </p:cNvPr>
          <p:cNvCxnSpPr/>
          <p:nvPr/>
        </p:nvCxnSpPr>
        <p:spPr>
          <a:xfrm flipH="1">
            <a:off x="551704" y="3563259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C98DB5D-6092-0AEF-AF73-93778CBBA334}"/>
              </a:ext>
            </a:extLst>
          </p:cNvPr>
          <p:cNvSpPr txBox="1"/>
          <p:nvPr/>
        </p:nvSpPr>
        <p:spPr>
          <a:xfrm>
            <a:off x="7040601" y="2322638"/>
            <a:ext cx="797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Marcos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92B8AF0-63DA-9CD1-76C8-9BDAA4FEFC67}"/>
              </a:ext>
            </a:extLst>
          </p:cNvPr>
          <p:cNvSpPr txBox="1"/>
          <p:nvPr/>
        </p:nvSpPr>
        <p:spPr>
          <a:xfrm>
            <a:off x="7055995" y="3112510"/>
            <a:ext cx="797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Juan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B106C390-702D-985B-B32C-F17D46898D69}"/>
              </a:ext>
            </a:extLst>
          </p:cNvPr>
          <p:cNvGrpSpPr/>
          <p:nvPr/>
        </p:nvGrpSpPr>
        <p:grpSpPr>
          <a:xfrm>
            <a:off x="503041" y="3864408"/>
            <a:ext cx="2678159" cy="1131855"/>
            <a:chOff x="5153142" y="4744479"/>
            <a:chExt cx="2678159" cy="1131855"/>
          </a:xfrm>
        </p:grpSpPr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BA2CE31D-E727-A837-78AF-B4563166262E}"/>
                </a:ext>
              </a:extLst>
            </p:cNvPr>
            <p:cNvSpPr txBox="1"/>
            <p:nvPr/>
          </p:nvSpPr>
          <p:spPr>
            <a:xfrm>
              <a:off x="6290045" y="4873887"/>
              <a:ext cx="154125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2">
                      <a:lumMod val="50000"/>
                    </a:schemeClr>
                  </a:solidFill>
                </a:rPr>
                <a:t>Encuentra </a:t>
              </a:r>
            </a:p>
            <a:p>
              <a:pPr algn="ctr"/>
              <a:r>
                <a:rPr lang="es-ES" sz="2400" b="1" dirty="0">
                  <a:solidFill>
                    <a:schemeClr val="accent2">
                      <a:lumMod val="50000"/>
                    </a:schemeClr>
                  </a:solidFill>
                </a:rPr>
                <a:t>mascotas</a:t>
              </a:r>
              <a:endParaRPr lang="en-US" sz="2400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53D61140-7E66-D048-F063-02F613184508}"/>
                </a:ext>
              </a:extLst>
            </p:cNvPr>
            <p:cNvGrpSpPr/>
            <p:nvPr/>
          </p:nvGrpSpPr>
          <p:grpSpPr>
            <a:xfrm>
              <a:off x="5186524" y="4744479"/>
              <a:ext cx="1255921" cy="1131855"/>
              <a:chOff x="6771661" y="3136515"/>
              <a:chExt cx="1697259" cy="1395394"/>
            </a:xfrm>
          </p:grpSpPr>
          <p:pic>
            <p:nvPicPr>
              <p:cNvPr id="21" name="Imagen 20">
                <a:extLst>
                  <a:ext uri="{FF2B5EF4-FFF2-40B4-BE49-F238E27FC236}">
                    <a16:creationId xmlns:a16="http://schemas.microsoft.com/office/drawing/2014/main" id="{F6258485-827C-7EAA-A86E-F67A0EA7B4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71661" y="3172185"/>
                <a:ext cx="1054924" cy="1054924"/>
              </a:xfrm>
              <a:prstGeom prst="rect">
                <a:avLst/>
              </a:prstGeom>
            </p:spPr>
          </p:pic>
          <p:pic>
            <p:nvPicPr>
              <p:cNvPr id="23" name="Imagen 22">
                <a:extLst>
                  <a:ext uri="{FF2B5EF4-FFF2-40B4-BE49-F238E27FC236}">
                    <a16:creationId xmlns:a16="http://schemas.microsoft.com/office/drawing/2014/main" id="{2FA56864-E91F-43EB-7B56-093AED075C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4061" y="3324585"/>
                <a:ext cx="1054924" cy="1054924"/>
              </a:xfrm>
              <a:prstGeom prst="rect">
                <a:avLst/>
              </a:prstGeom>
            </p:spPr>
          </p:pic>
          <p:pic>
            <p:nvPicPr>
              <p:cNvPr id="24" name="Imagen 23">
                <a:extLst>
                  <a:ext uri="{FF2B5EF4-FFF2-40B4-BE49-F238E27FC236}">
                    <a16:creationId xmlns:a16="http://schemas.microsoft.com/office/drawing/2014/main" id="{9E997F2A-77B9-7B0F-DE93-9ADFEE1486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99123" y="3136515"/>
                <a:ext cx="1054924" cy="1054924"/>
              </a:xfrm>
              <a:prstGeom prst="rect">
                <a:avLst/>
              </a:prstGeom>
            </p:spPr>
          </p:pic>
          <p:pic>
            <p:nvPicPr>
              <p:cNvPr id="25" name="Imagen 24">
                <a:extLst>
                  <a:ext uri="{FF2B5EF4-FFF2-40B4-BE49-F238E27FC236}">
                    <a16:creationId xmlns:a16="http://schemas.microsoft.com/office/drawing/2014/main" id="{E0E1143D-F708-C93C-A591-19B84D1492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13996" y="3412311"/>
                <a:ext cx="1054924" cy="1054924"/>
              </a:xfrm>
              <a:prstGeom prst="rect">
                <a:avLst/>
              </a:prstGeom>
            </p:spPr>
          </p:pic>
          <p:pic>
            <p:nvPicPr>
              <p:cNvPr id="26" name="Imagen 25">
                <a:extLst>
                  <a:ext uri="{FF2B5EF4-FFF2-40B4-BE49-F238E27FC236}">
                    <a16:creationId xmlns:a16="http://schemas.microsoft.com/office/drawing/2014/main" id="{89E397AB-1BDD-7C28-8EEF-40E1CB29B3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6461" y="3476985"/>
                <a:ext cx="1054924" cy="1054924"/>
              </a:xfrm>
              <a:prstGeom prst="rect">
                <a:avLst/>
              </a:prstGeom>
            </p:spPr>
          </p:pic>
        </p:grpSp>
        <p:sp>
          <p:nvSpPr>
            <p:cNvPr id="20" name="Rectángulo redondeado 2">
              <a:hlinkClick r:id="rId23" action="ppaction://hlinksldjump"/>
              <a:extLst>
                <a:ext uri="{FF2B5EF4-FFF2-40B4-BE49-F238E27FC236}">
                  <a16:creationId xmlns:a16="http://schemas.microsoft.com/office/drawing/2014/main" id="{11EFB547-140D-D804-C02E-EDB52F0DEF1E}"/>
                </a:ext>
              </a:extLst>
            </p:cNvPr>
            <p:cNvSpPr/>
            <p:nvPr/>
          </p:nvSpPr>
          <p:spPr>
            <a:xfrm>
              <a:off x="5153142" y="4763529"/>
              <a:ext cx="2678159" cy="106034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6" name="Picture 2" descr="Garfield">
            <a:extLst>
              <a:ext uri="{FF2B5EF4-FFF2-40B4-BE49-F238E27FC236}">
                <a16:creationId xmlns:a16="http://schemas.microsoft.com/office/drawing/2014/main" id="{B1C251A1-C55B-EE5D-06F4-058D616A1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418" y="2221257"/>
            <a:ext cx="504781" cy="504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Imagen 27" descr="Icono&#10;&#10;Descripción generada automáticamente">
            <a:extLst>
              <a:ext uri="{FF2B5EF4-FFF2-40B4-BE49-F238E27FC236}">
                <a16:creationId xmlns:a16="http://schemas.microsoft.com/office/drawing/2014/main" id="{584937A6-C9B7-CFA0-10FB-6B126009AD03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6"/>
              </a:ext>
            </a:extLst>
          </a:blip>
          <a:stretch>
            <a:fillRect/>
          </a:stretch>
        </p:blipFill>
        <p:spPr>
          <a:xfrm>
            <a:off x="9962407" y="581121"/>
            <a:ext cx="533400" cy="533400"/>
          </a:xfrm>
          <a:prstGeom prst="rect">
            <a:avLst/>
          </a:prstGeom>
        </p:spPr>
      </p:pic>
      <p:sp>
        <p:nvSpPr>
          <p:cNvPr id="60" name="Modal Dialog Overlay"/>
          <p:cNvSpPr>
            <a:spLocks/>
          </p:cNvSpPr>
          <p:nvPr/>
        </p:nvSpPr>
        <p:spPr bwMode="auto">
          <a:xfrm>
            <a:off x="-24826" y="557030"/>
            <a:ext cx="12216825" cy="6334655"/>
          </a:xfrm>
          <a:prstGeom prst="rect">
            <a:avLst/>
          </a:prstGeom>
          <a:solidFill>
            <a:srgbClr val="808080">
              <a:alpha val="60000"/>
            </a:srgbClr>
          </a:solidFill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1" name="Grupo 60"/>
          <p:cNvGrpSpPr/>
          <p:nvPr/>
        </p:nvGrpSpPr>
        <p:grpSpPr>
          <a:xfrm>
            <a:off x="3072384" y="2386584"/>
            <a:ext cx="5855368" cy="3560701"/>
            <a:chOff x="3168675" y="7034747"/>
            <a:chExt cx="5855368" cy="3560701"/>
          </a:xfrm>
        </p:grpSpPr>
        <p:sp>
          <p:nvSpPr>
            <p:cNvPr id="62" name="Rectángulo redondeado 61"/>
            <p:cNvSpPr/>
            <p:nvPr/>
          </p:nvSpPr>
          <p:spPr>
            <a:xfrm>
              <a:off x="3168675" y="7034747"/>
              <a:ext cx="5855368" cy="3560701"/>
            </a:xfrm>
            <a:prstGeom prst="roundRect">
              <a:avLst>
                <a:gd name="adj" fmla="val 5403"/>
              </a:avLst>
            </a:prstGeom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7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s-ES" dirty="0"/>
                <a:t>   </a:t>
              </a:r>
            </a:p>
            <a:p>
              <a:pPr algn="ctr"/>
              <a:endParaRPr lang="es-ES" sz="2400" dirty="0"/>
            </a:p>
            <a:p>
              <a:pPr algn="ctr"/>
              <a:endParaRPr lang="es-ES" sz="2400" dirty="0"/>
            </a:p>
            <a:p>
              <a:pPr algn="ctr"/>
              <a:r>
                <a:rPr lang="es-ES" sz="2400" dirty="0"/>
                <a:t>¡La rescisión se ha realizado con éxito!</a:t>
              </a: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64" name="Picture 2" descr="Resultado de imagen de tick verde"/>
            <p:cNvPicPr>
              <a:picLocks noChangeAspect="1" noChangeArrowheads="1"/>
            </p:cNvPicPr>
            <p:nvPr/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4739" y="7318354"/>
              <a:ext cx="1956138" cy="14650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5" name="Rectángulo redondeado 64">
              <a:hlinkClick r:id="rId28" action="ppaction://hlinksldjump"/>
            </p:cNvPr>
            <p:cNvSpPr/>
            <p:nvPr/>
          </p:nvSpPr>
          <p:spPr>
            <a:xfrm>
              <a:off x="5021174" y="9729323"/>
              <a:ext cx="2175415" cy="398760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b="1" dirty="0"/>
                <a:t>Cerrar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925946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Browser" descr="&lt;SmartSettings&gt;&lt;SmartResize enabled=&quot;True&quot; minWidth=&quot;140&quot; minHeight=&quot;5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-16574" y="-8423"/>
            <a:ext cx="12208573" cy="6866424"/>
            <a:chOff x="595684" y="1261241"/>
            <a:chExt cx="6668462" cy="4352545"/>
          </a:xfrm>
        </p:grpSpPr>
        <p:sp>
          <p:nvSpPr>
            <p:cNvPr id="48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595684" y="1600363"/>
              <a:ext cx="6668462" cy="401342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9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595685" y="1261241"/>
              <a:ext cx="6668461" cy="3404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50" name="Menu Button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134212" y="1456200"/>
              <a:ext cx="81508" cy="71447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1" name="Close Button" descr="&lt;SmartSettings&gt;&lt;SmartResize anchorLeft=&quot;None&quot; anchorTop=&quot;Absolute&quot; anchorRight=&quot;Absolute&quot; anchorBottom=&quot;None&quot; /&gt;&lt;/SmartSettings&gt;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148958" y="1306404"/>
              <a:ext cx="53761" cy="60378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2" name="Address Box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6"/>
              </p:custDataLst>
            </p:nvPr>
          </p:nvSpPr>
          <p:spPr>
            <a:xfrm>
              <a:off x="1088867" y="1416571"/>
              <a:ext cx="5996919" cy="150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www.cuidandoapancho.com/encuentraMascota</a:t>
              </a:r>
            </a:p>
          </p:txBody>
        </p:sp>
        <p:sp>
          <p:nvSpPr>
            <p:cNvPr id="53" name="Document Icon" descr="&lt;SmartSettings&gt;&lt;SmartResize anchorLeft=&quot;Absolute&quot; anchorTop=&quot;Absolute&quot; anchorRight=&quot;None&quot; anchorBottom=&quot;None&quot; /&gt;&lt;/SmartSettings&gt;"/>
            <p:cNvSpPr>
              <a:spLocks noChangeAspect="1"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1130447" y="1449659"/>
              <a:ext cx="51160" cy="84529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54" name="Navigation Buttons"/>
            <p:cNvGrpSpPr/>
            <p:nvPr/>
          </p:nvGrpSpPr>
          <p:grpSpPr>
            <a:xfrm>
              <a:off x="664460" y="1437080"/>
              <a:ext cx="350313" cy="109687"/>
              <a:chOff x="664460" y="1437080"/>
              <a:chExt cx="350313" cy="109687"/>
            </a:xfrm>
          </p:grpSpPr>
          <p:sp>
            <p:nvSpPr>
              <p:cNvPr id="55" name="Back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664460" y="1453684"/>
                <a:ext cx="83243" cy="76479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6" name="Forwar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796260" y="1453684"/>
                <a:ext cx="83243" cy="76479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7" name="Reloa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928062" y="1437080"/>
                <a:ext cx="86711" cy="109687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58" name="Imagen 57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" y="549049"/>
            <a:ext cx="2391284" cy="561746"/>
          </a:xfrm>
          <a:prstGeom prst="rect">
            <a:avLst/>
          </a:prstGeom>
        </p:spPr>
      </p:pic>
      <p:cxnSp>
        <p:nvCxnSpPr>
          <p:cNvPr id="59" name="Conector recto 58"/>
          <p:cNvCxnSpPr/>
          <p:nvPr/>
        </p:nvCxnSpPr>
        <p:spPr>
          <a:xfrm>
            <a:off x="0" y="1139902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ángulo 59"/>
          <p:cNvSpPr/>
          <p:nvPr/>
        </p:nvSpPr>
        <p:spPr>
          <a:xfrm>
            <a:off x="-16574" y="6630664"/>
            <a:ext cx="12208574" cy="228600"/>
          </a:xfrm>
          <a:prstGeom prst="rect">
            <a:avLst/>
          </a:prstGeom>
          <a:gradFill>
            <a:gsLst>
              <a:gs pos="0">
                <a:schemeClr val="bg1"/>
              </a:gs>
              <a:gs pos="33000">
                <a:schemeClr val="bg2"/>
              </a:gs>
              <a:gs pos="84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>
                <a:solidFill>
                  <a:schemeClr val="tx1"/>
                </a:solidFill>
              </a:rPr>
              <a:t>© Ningún derecho reservado - 2017</a:t>
            </a:r>
            <a:endParaRPr lang="en-US" sz="1050" dirty="0">
              <a:solidFill>
                <a:schemeClr val="tx1"/>
              </a:solidFill>
            </a:endParaRPr>
          </a:p>
        </p:txBody>
      </p:sp>
      <p:grpSp>
        <p:nvGrpSpPr>
          <p:cNvPr id="61" name="Grupo 60"/>
          <p:cNvGrpSpPr/>
          <p:nvPr/>
        </p:nvGrpSpPr>
        <p:grpSpPr>
          <a:xfrm>
            <a:off x="10475610" y="622021"/>
            <a:ext cx="1553119" cy="415801"/>
            <a:chOff x="4519718" y="8223232"/>
            <a:chExt cx="1553119" cy="415801"/>
          </a:xfrm>
        </p:grpSpPr>
        <p:grpSp>
          <p:nvGrpSpPr>
            <p:cNvPr id="62" name="Grupo 61"/>
            <p:cNvGrpSpPr/>
            <p:nvPr/>
          </p:nvGrpSpPr>
          <p:grpSpPr>
            <a:xfrm>
              <a:off x="4519718" y="8256590"/>
              <a:ext cx="1460954" cy="321425"/>
              <a:chOff x="4519718" y="8256590"/>
              <a:chExt cx="1460954" cy="321425"/>
            </a:xfrm>
          </p:grpSpPr>
          <p:pic>
            <p:nvPicPr>
              <p:cNvPr id="64" name="Picture 2" descr="Resultado de imagen de icono silueta usuario web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78842" y="8276185"/>
                <a:ext cx="301830" cy="3018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5" name="CuadroTexto 64"/>
              <p:cNvSpPr txBox="1"/>
              <p:nvPr/>
            </p:nvSpPr>
            <p:spPr>
              <a:xfrm>
                <a:off x="4519718" y="8256590"/>
                <a:ext cx="10669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400" i="1" dirty="0"/>
                  <a:t>Hola, Pepito</a:t>
                </a:r>
                <a:endParaRPr lang="en-US" sz="1400" i="1" dirty="0"/>
              </a:p>
            </p:txBody>
          </p:sp>
        </p:grpSp>
        <p:sp>
          <p:nvSpPr>
            <p:cNvPr id="63" name="Elipse 62"/>
            <p:cNvSpPr/>
            <p:nvPr/>
          </p:nvSpPr>
          <p:spPr>
            <a:xfrm>
              <a:off x="5595581" y="8223232"/>
              <a:ext cx="477256" cy="4158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CuadroTexto 20"/>
          <p:cNvSpPr txBox="1"/>
          <p:nvPr/>
        </p:nvSpPr>
        <p:spPr>
          <a:xfrm>
            <a:off x="1521596" y="3352178"/>
            <a:ext cx="15476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4">
                    <a:lumMod val="50000"/>
                  </a:schemeClr>
                </a:solidFill>
              </a:rPr>
              <a:t>Puedo cuidar a las</a:t>
            </a: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23" name="Picture 2" descr="Resultado de imagen de reloj dibujo"/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66" t="66678" b="2912"/>
          <a:stretch/>
        </p:blipFill>
        <p:spPr bwMode="auto">
          <a:xfrm>
            <a:off x="655569" y="3312520"/>
            <a:ext cx="855785" cy="826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CuadroTexto 23"/>
          <p:cNvSpPr txBox="1"/>
          <p:nvPr/>
        </p:nvSpPr>
        <p:spPr>
          <a:xfrm>
            <a:off x="1749398" y="2553841"/>
            <a:ext cx="982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chemeClr val="accent4">
                    <a:lumMod val="50000"/>
                  </a:schemeClr>
                </a:solidFill>
              </a:rPr>
              <a:t>Vivo en</a:t>
            </a: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25" name="Imagen 24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258" y="2369040"/>
            <a:ext cx="937846" cy="662733"/>
          </a:xfrm>
          <a:prstGeom prst="rect">
            <a:avLst/>
          </a:prstGeom>
        </p:spPr>
      </p:pic>
      <p:sp>
        <p:nvSpPr>
          <p:cNvPr id="28" name="Rectángulo redondeado 27"/>
          <p:cNvSpPr/>
          <p:nvPr/>
        </p:nvSpPr>
        <p:spPr>
          <a:xfrm>
            <a:off x="3235742" y="2553841"/>
            <a:ext cx="2146238" cy="369332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 i="1" dirty="0">
                <a:solidFill>
                  <a:schemeClr val="bg1">
                    <a:lumMod val="50000"/>
                  </a:schemeClr>
                </a:solidFill>
              </a:rPr>
              <a:t>Código postal</a:t>
            </a:r>
            <a:endParaRPr lang="en-US" sz="14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Rectángulo redondeado 28"/>
          <p:cNvSpPr/>
          <p:nvPr/>
        </p:nvSpPr>
        <p:spPr>
          <a:xfrm>
            <a:off x="3254792" y="3525391"/>
            <a:ext cx="2146238" cy="369332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 i="1" dirty="0">
                <a:solidFill>
                  <a:schemeClr val="bg1">
                    <a:lumMod val="50000"/>
                  </a:schemeClr>
                </a:solidFill>
              </a:rPr>
              <a:t>Día y hora</a:t>
            </a:r>
            <a:endParaRPr lang="en-US" i="1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" name="Grupo 3"/>
          <p:cNvGrpSpPr/>
          <p:nvPr/>
        </p:nvGrpSpPr>
        <p:grpSpPr>
          <a:xfrm>
            <a:off x="1692507" y="5155840"/>
            <a:ext cx="2678159" cy="1131855"/>
            <a:chOff x="5153142" y="4744479"/>
            <a:chExt cx="2678159" cy="1131855"/>
          </a:xfrm>
        </p:grpSpPr>
        <p:sp>
          <p:nvSpPr>
            <p:cNvPr id="18" name="CuadroTexto 17"/>
            <p:cNvSpPr txBox="1"/>
            <p:nvPr/>
          </p:nvSpPr>
          <p:spPr>
            <a:xfrm>
              <a:off x="6290045" y="4873887"/>
              <a:ext cx="154125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2">
                      <a:lumMod val="50000"/>
                    </a:schemeClr>
                  </a:solidFill>
                </a:rPr>
                <a:t>Encuentra </a:t>
              </a:r>
            </a:p>
            <a:p>
              <a:pPr algn="ctr"/>
              <a:r>
                <a:rPr lang="es-ES" sz="2400" b="1" dirty="0">
                  <a:solidFill>
                    <a:schemeClr val="accent2">
                      <a:lumMod val="50000"/>
                    </a:schemeClr>
                  </a:solidFill>
                </a:rPr>
                <a:t>mascotas</a:t>
              </a:r>
              <a:endParaRPr lang="en-US" sz="2400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grpSp>
          <p:nvGrpSpPr>
            <p:cNvPr id="12" name="Grupo 11"/>
            <p:cNvGrpSpPr/>
            <p:nvPr/>
          </p:nvGrpSpPr>
          <p:grpSpPr>
            <a:xfrm>
              <a:off x="5186524" y="4744479"/>
              <a:ext cx="1255921" cy="1131855"/>
              <a:chOff x="6771661" y="3136515"/>
              <a:chExt cx="1697259" cy="1395394"/>
            </a:xfrm>
          </p:grpSpPr>
          <p:pic>
            <p:nvPicPr>
              <p:cNvPr id="13" name="Imagen 12"/>
              <p:cNvPicPr>
                <a:picLocks noChangeAspect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71661" y="3172185"/>
                <a:ext cx="1054924" cy="1054924"/>
              </a:xfrm>
              <a:prstGeom prst="rect">
                <a:avLst/>
              </a:prstGeom>
            </p:spPr>
          </p:pic>
          <p:pic>
            <p:nvPicPr>
              <p:cNvPr id="14" name="Imagen 13"/>
              <p:cNvPicPr>
                <a:picLocks noChangeAspect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4061" y="3324585"/>
                <a:ext cx="1054924" cy="1054924"/>
              </a:xfrm>
              <a:prstGeom prst="rect">
                <a:avLst/>
              </a:prstGeom>
            </p:spPr>
          </p:pic>
          <p:pic>
            <p:nvPicPr>
              <p:cNvPr id="15" name="Imagen 14"/>
              <p:cNvPicPr>
                <a:picLocks noChangeAspect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99123" y="3136515"/>
                <a:ext cx="1054924" cy="1054924"/>
              </a:xfrm>
              <a:prstGeom prst="rect">
                <a:avLst/>
              </a:prstGeom>
            </p:spPr>
          </p:pic>
          <p:pic>
            <p:nvPicPr>
              <p:cNvPr id="16" name="Imagen 15"/>
              <p:cNvPicPr>
                <a:picLocks noChangeAspect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13996" y="3412311"/>
                <a:ext cx="1054924" cy="1054924"/>
              </a:xfrm>
              <a:prstGeom prst="rect">
                <a:avLst/>
              </a:prstGeom>
            </p:spPr>
          </p:pic>
          <p:pic>
            <p:nvPicPr>
              <p:cNvPr id="17" name="Imagen 16"/>
              <p:cNvPicPr>
                <a:picLocks noChangeAspect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6461" y="3476985"/>
                <a:ext cx="1054924" cy="1054924"/>
              </a:xfrm>
              <a:prstGeom prst="rect">
                <a:avLst/>
              </a:prstGeom>
            </p:spPr>
          </p:pic>
        </p:grpSp>
        <p:sp>
          <p:nvSpPr>
            <p:cNvPr id="3" name="Rectángulo redondeado 2">
              <a:hlinkClick r:id="rId19" action="ppaction://hlinksldjump"/>
            </p:cNvPr>
            <p:cNvSpPr/>
            <p:nvPr/>
          </p:nvSpPr>
          <p:spPr>
            <a:xfrm>
              <a:off x="5153142" y="4763529"/>
              <a:ext cx="2678159" cy="106034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Rectángulo redondeado 33"/>
          <p:cNvSpPr/>
          <p:nvPr/>
        </p:nvSpPr>
        <p:spPr>
          <a:xfrm>
            <a:off x="267286" y="1561514"/>
            <a:ext cx="5528603" cy="4915925"/>
          </a:xfrm>
          <a:prstGeom prst="roundRect">
            <a:avLst>
              <a:gd name="adj" fmla="val 4362"/>
            </a:avLst>
          </a:prstGeom>
          <a:noFill/>
          <a:ln>
            <a:solidFill>
              <a:schemeClr val="bg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Resultado de imagen de foto perro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919" y="2044352"/>
            <a:ext cx="571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CuadroTexto 32"/>
          <p:cNvSpPr txBox="1"/>
          <p:nvPr/>
        </p:nvSpPr>
        <p:spPr>
          <a:xfrm>
            <a:off x="7280678" y="5391605"/>
            <a:ext cx="354674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ES" sz="2400" b="1" dirty="0">
                <a:ln w="1270">
                  <a:solidFill>
                    <a:schemeClr val="tx1"/>
                  </a:solidFill>
                </a:ln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Conoce a nuestras mascotas</a:t>
            </a:r>
            <a:endParaRPr lang="en-US" sz="2400" b="1" dirty="0">
              <a:ln w="1270">
                <a:solidFill>
                  <a:schemeClr val="tx1"/>
                </a:solidFill>
              </a:ln>
              <a:solidFill>
                <a:schemeClr val="bg1"/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  <p:pic>
        <p:nvPicPr>
          <p:cNvPr id="32" name="Picture 12" descr="Imagen relacionada"/>
          <p:cNvPicPr>
            <a:picLocks noChangeAspect="1" noChangeArrowheads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161"/>
          <a:stretch/>
        </p:blipFill>
        <p:spPr bwMode="auto">
          <a:xfrm flipV="1">
            <a:off x="6350636" y="3394027"/>
            <a:ext cx="414936" cy="1037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Imagen relacionada"/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01"/>
          <a:stretch/>
        </p:blipFill>
        <p:spPr bwMode="auto">
          <a:xfrm flipV="1">
            <a:off x="11491587" y="3388848"/>
            <a:ext cx="421638" cy="1037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Imagen 25" descr="Icono&#10;&#10;Descripción generada automáticamente">
            <a:extLst>
              <a:ext uri="{FF2B5EF4-FFF2-40B4-BE49-F238E27FC236}">
                <a16:creationId xmlns:a16="http://schemas.microsoft.com/office/drawing/2014/main" id="{345718BC-EDA3-EBB2-5513-0D18DD36F2C1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4"/>
              </a:ext>
            </a:extLst>
          </a:blip>
          <a:stretch>
            <a:fillRect/>
          </a:stretch>
        </p:blipFill>
        <p:spPr>
          <a:xfrm>
            <a:off x="9942209" y="575438"/>
            <a:ext cx="533400" cy="533400"/>
          </a:xfrm>
          <a:prstGeom prst="rect">
            <a:avLst/>
          </a:prstGeom>
        </p:spPr>
      </p:pic>
      <p:pic>
        <p:nvPicPr>
          <p:cNvPr id="36" name="Imagen 35" descr="Forma&#10;&#10;Descripción generada automáticamente con confianza baja">
            <a:extLst>
              <a:ext uri="{FF2B5EF4-FFF2-40B4-BE49-F238E27FC236}">
                <a16:creationId xmlns:a16="http://schemas.microsoft.com/office/drawing/2014/main" id="{3A453E0B-90DB-9BA5-F399-8720F25D2536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6"/>
              </a:ext>
            </a:extLst>
          </a:blip>
          <a:stretch>
            <a:fillRect/>
          </a:stretch>
        </p:blipFill>
        <p:spPr>
          <a:xfrm>
            <a:off x="637512" y="4206270"/>
            <a:ext cx="855687" cy="855687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FF11EAC5-D76F-176B-628A-80146D5B6EAD}"/>
              </a:ext>
            </a:extLst>
          </p:cNvPr>
          <p:cNvSpPr txBox="1"/>
          <p:nvPr/>
        </p:nvSpPr>
        <p:spPr>
          <a:xfrm>
            <a:off x="1466684" y="4270569"/>
            <a:ext cx="15476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4">
                    <a:lumMod val="50000"/>
                  </a:schemeClr>
                </a:solidFill>
              </a:rPr>
              <a:t>Tarifa</a:t>
            </a: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0" name="Rectángulo redondeado 27">
            <a:extLst>
              <a:ext uri="{FF2B5EF4-FFF2-40B4-BE49-F238E27FC236}">
                <a16:creationId xmlns:a16="http://schemas.microsoft.com/office/drawing/2014/main" id="{BE0FA05E-F38E-188F-CF72-7F95099F0E5B}"/>
              </a:ext>
            </a:extLst>
          </p:cNvPr>
          <p:cNvSpPr/>
          <p:nvPr/>
        </p:nvSpPr>
        <p:spPr>
          <a:xfrm>
            <a:off x="3235742" y="4301347"/>
            <a:ext cx="2146238" cy="369332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 i="1" dirty="0">
                <a:solidFill>
                  <a:schemeClr val="bg1">
                    <a:lumMod val="50000"/>
                  </a:schemeClr>
                </a:solidFill>
              </a:rPr>
              <a:t>€/30min</a:t>
            </a:r>
            <a:endParaRPr lang="en-US" sz="1400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5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Browser" descr="&lt;SmartSettings&gt;&lt;SmartResize enabled=&quot;True&quot; minWidth=&quot;140&quot; minHeight=&quot;5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-16574" y="-8423"/>
            <a:ext cx="12208573" cy="6866424"/>
            <a:chOff x="595684" y="1261241"/>
            <a:chExt cx="6668462" cy="4352545"/>
          </a:xfrm>
        </p:grpSpPr>
        <p:sp>
          <p:nvSpPr>
            <p:cNvPr id="89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595684" y="1600363"/>
              <a:ext cx="6668462" cy="401342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0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595685" y="1261241"/>
              <a:ext cx="6668461" cy="3404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91" name="Menu Button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134212" y="1456200"/>
              <a:ext cx="81508" cy="71447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2" name="Close Button" descr="&lt;SmartSettings&gt;&lt;SmartResize anchorLeft=&quot;None&quot; anchorTop=&quot;Absolute&quot; anchorRight=&quot;Absolute&quot; anchorBottom=&quot;None&quot; /&gt;&lt;/SmartSettings&gt;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148958" y="1306404"/>
              <a:ext cx="53761" cy="60378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3" name="Address Box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6"/>
              </p:custDataLst>
            </p:nvPr>
          </p:nvSpPr>
          <p:spPr>
            <a:xfrm>
              <a:off x="1088867" y="1416571"/>
              <a:ext cx="5996919" cy="150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www.cuidandoapancho.com/encuentraMascota?ubicacion=LasRozas&amp;hora=L9.14</a:t>
              </a:r>
            </a:p>
          </p:txBody>
        </p:sp>
        <p:sp>
          <p:nvSpPr>
            <p:cNvPr id="94" name="Document Icon" descr="&lt;SmartSettings&gt;&lt;SmartResize anchorLeft=&quot;Absolute&quot; anchorTop=&quot;Absolute&quot; anchorRight=&quot;None&quot; anchorBottom=&quot;None&quot; /&gt;&lt;/SmartSettings&gt;"/>
            <p:cNvSpPr>
              <a:spLocks noChangeAspect="1"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1130447" y="1449659"/>
              <a:ext cx="51160" cy="84529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95" name="Navigation Buttons"/>
            <p:cNvGrpSpPr/>
            <p:nvPr/>
          </p:nvGrpSpPr>
          <p:grpSpPr>
            <a:xfrm>
              <a:off x="664460" y="1437080"/>
              <a:ext cx="350313" cy="109687"/>
              <a:chOff x="664460" y="1437080"/>
              <a:chExt cx="350313" cy="109687"/>
            </a:xfrm>
          </p:grpSpPr>
          <p:sp>
            <p:nvSpPr>
              <p:cNvPr id="96" name="Back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664460" y="1453684"/>
                <a:ext cx="83243" cy="76479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7" name="Forwar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796260" y="1453684"/>
                <a:ext cx="83243" cy="76479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8" name="Reloa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928062" y="1437080"/>
                <a:ext cx="86711" cy="109687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99" name="Imagen 98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" y="549049"/>
            <a:ext cx="2391284" cy="561746"/>
          </a:xfrm>
          <a:prstGeom prst="rect">
            <a:avLst/>
          </a:prstGeom>
        </p:spPr>
      </p:pic>
      <p:cxnSp>
        <p:nvCxnSpPr>
          <p:cNvPr id="100" name="Conector recto 99"/>
          <p:cNvCxnSpPr/>
          <p:nvPr/>
        </p:nvCxnSpPr>
        <p:spPr>
          <a:xfrm>
            <a:off x="0" y="1139902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ángulo 100"/>
          <p:cNvSpPr/>
          <p:nvPr/>
        </p:nvSpPr>
        <p:spPr>
          <a:xfrm>
            <a:off x="-16574" y="6630664"/>
            <a:ext cx="12208574" cy="228600"/>
          </a:xfrm>
          <a:prstGeom prst="rect">
            <a:avLst/>
          </a:prstGeom>
          <a:gradFill>
            <a:gsLst>
              <a:gs pos="0">
                <a:schemeClr val="bg1"/>
              </a:gs>
              <a:gs pos="33000">
                <a:schemeClr val="bg2"/>
              </a:gs>
              <a:gs pos="84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>
                <a:solidFill>
                  <a:schemeClr val="tx1"/>
                </a:solidFill>
              </a:rPr>
              <a:t>© Ningún derecho reservado - 2017</a:t>
            </a:r>
            <a:endParaRPr lang="en-US" sz="1050" dirty="0">
              <a:solidFill>
                <a:schemeClr val="tx1"/>
              </a:solidFill>
            </a:endParaRPr>
          </a:p>
        </p:txBody>
      </p:sp>
      <p:grpSp>
        <p:nvGrpSpPr>
          <p:cNvPr id="102" name="Grupo 101"/>
          <p:cNvGrpSpPr/>
          <p:nvPr/>
        </p:nvGrpSpPr>
        <p:grpSpPr>
          <a:xfrm>
            <a:off x="10475610" y="622021"/>
            <a:ext cx="1553119" cy="415801"/>
            <a:chOff x="4519718" y="8223232"/>
            <a:chExt cx="1553119" cy="415801"/>
          </a:xfrm>
        </p:grpSpPr>
        <p:grpSp>
          <p:nvGrpSpPr>
            <p:cNvPr id="103" name="Grupo 102"/>
            <p:cNvGrpSpPr/>
            <p:nvPr/>
          </p:nvGrpSpPr>
          <p:grpSpPr>
            <a:xfrm>
              <a:off x="4519718" y="8256590"/>
              <a:ext cx="1460954" cy="321425"/>
              <a:chOff x="4519718" y="8256590"/>
              <a:chExt cx="1460954" cy="321425"/>
            </a:xfrm>
          </p:grpSpPr>
          <p:pic>
            <p:nvPicPr>
              <p:cNvPr id="105" name="Picture 2" descr="Resultado de imagen de icono silueta usuario web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78842" y="8276185"/>
                <a:ext cx="301830" cy="3018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6" name="CuadroTexto 105"/>
              <p:cNvSpPr txBox="1"/>
              <p:nvPr/>
            </p:nvSpPr>
            <p:spPr>
              <a:xfrm>
                <a:off x="4519718" y="8256590"/>
                <a:ext cx="10669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400" i="1" dirty="0"/>
                  <a:t>Hola, Pepito</a:t>
                </a:r>
                <a:endParaRPr lang="en-US" sz="1400" i="1" dirty="0"/>
              </a:p>
            </p:txBody>
          </p:sp>
        </p:grpSp>
        <p:sp>
          <p:nvSpPr>
            <p:cNvPr id="104" name="Elipse 103"/>
            <p:cNvSpPr/>
            <p:nvPr/>
          </p:nvSpPr>
          <p:spPr>
            <a:xfrm>
              <a:off x="5595581" y="8223232"/>
              <a:ext cx="477256" cy="4158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7" name="Imagen 106"/>
          <p:cNvPicPr>
            <a:picLocks noChangeAspect="1"/>
          </p:cNvPicPr>
          <p:nvPr/>
        </p:nvPicPr>
        <p:blipFill rotWithShape="1">
          <a:blip r:embed="rId16"/>
          <a:srcRect l="47755" t="6460" r="51669" b="8619"/>
          <a:stretch/>
        </p:blipFill>
        <p:spPr>
          <a:xfrm>
            <a:off x="11996383" y="1496562"/>
            <a:ext cx="166515" cy="5120640"/>
          </a:xfrm>
          <a:prstGeom prst="rect">
            <a:avLst/>
          </a:prstGeom>
        </p:spPr>
      </p:pic>
      <p:sp>
        <p:nvSpPr>
          <p:cNvPr id="108" name="Breadcrumbs"/>
          <p:cNvSpPr>
            <a:spLocks/>
          </p:cNvSpPr>
          <p:nvPr/>
        </p:nvSpPr>
        <p:spPr bwMode="auto">
          <a:xfrm>
            <a:off x="119075" y="1220482"/>
            <a:ext cx="1671465" cy="203932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900" u="sng" dirty="0">
                <a:solidFill>
                  <a:srgbClr val="5B9BD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  <a:hlinkClick r:id="rId13" action="ppaction://hlinksldjump"/>
              </a:rPr>
              <a:t>Home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13" action="ppaction://hlinksldjump"/>
              </a:rPr>
              <a:t>  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»  </a:t>
            </a:r>
            <a:r>
              <a:rPr lang="es-E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17" action="ppaction://hlinksldjump"/>
              </a:rPr>
              <a:t>Mascotas</a:t>
            </a:r>
            <a:r>
              <a:rPr lang="es-E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»  Listado</a:t>
            </a:r>
            <a:endParaRPr lang="es-ES" sz="900" dirty="0">
              <a:solidFill>
                <a:srgbClr val="5F5F5F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9" name="Conector recto 108"/>
          <p:cNvCxnSpPr/>
          <p:nvPr/>
        </p:nvCxnSpPr>
        <p:spPr>
          <a:xfrm>
            <a:off x="2272" y="1442430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/>
          <p:cNvSpPr txBox="1"/>
          <p:nvPr/>
        </p:nvSpPr>
        <p:spPr>
          <a:xfrm>
            <a:off x="428164" y="1815154"/>
            <a:ext cx="8431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Mascotas en la zona de </a:t>
            </a:r>
            <a:r>
              <a:rPr lang="es-ES" b="1" i="1" dirty="0">
                <a:solidFill>
                  <a:schemeClr val="accent2">
                    <a:lumMod val="50000"/>
                  </a:schemeClr>
                </a:solidFill>
              </a:rPr>
              <a:t>Las Rozas </a:t>
            </a:r>
            <a:r>
              <a:rPr lang="es-ES" b="1" dirty="0"/>
              <a:t>que necesitan ser cuidadas los </a:t>
            </a:r>
            <a:r>
              <a:rPr lang="es-ES" b="1" i="1" dirty="0">
                <a:solidFill>
                  <a:schemeClr val="accent2">
                    <a:lumMod val="50000"/>
                  </a:schemeClr>
                </a:solidFill>
              </a:rPr>
              <a:t>lunes de 9:00 a 14:00  </a:t>
            </a:r>
            <a:endParaRPr lang="en-US" b="1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" name="Rectángulo redondeado 6">
            <a:hlinkClick r:id="rId17" action="ppaction://hlinksldjump"/>
          </p:cNvPr>
          <p:cNvSpPr/>
          <p:nvPr/>
        </p:nvSpPr>
        <p:spPr>
          <a:xfrm>
            <a:off x="8884301" y="1801506"/>
            <a:ext cx="2702256" cy="36933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Cambiar parámetros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518611" y="2551536"/>
            <a:ext cx="11084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Foto      Nombre	Descripción				Dueño        	Horario		Acciones</a:t>
            </a:r>
            <a:endParaRPr lang="en-US" b="1" i="1" dirty="0"/>
          </a:p>
        </p:txBody>
      </p:sp>
      <p:cxnSp>
        <p:nvCxnSpPr>
          <p:cNvPr id="22" name="Conector recto 21"/>
          <p:cNvCxnSpPr>
            <a:cxnSpLocks/>
          </p:cNvCxnSpPr>
          <p:nvPr/>
        </p:nvCxnSpPr>
        <p:spPr>
          <a:xfrm>
            <a:off x="2326612" y="2581226"/>
            <a:ext cx="27965" cy="27042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/>
          <p:cNvCxnSpPr>
            <a:cxnSpLocks/>
          </p:cNvCxnSpPr>
          <p:nvPr/>
        </p:nvCxnSpPr>
        <p:spPr>
          <a:xfrm>
            <a:off x="6915957" y="2597146"/>
            <a:ext cx="17883" cy="27147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/>
          <p:cNvCxnSpPr>
            <a:cxnSpLocks/>
          </p:cNvCxnSpPr>
          <p:nvPr/>
        </p:nvCxnSpPr>
        <p:spPr>
          <a:xfrm>
            <a:off x="8763202" y="2583498"/>
            <a:ext cx="7244" cy="27020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2" name="Triángulo isósceles 2051"/>
          <p:cNvSpPr/>
          <p:nvPr/>
        </p:nvSpPr>
        <p:spPr>
          <a:xfrm>
            <a:off x="8501609" y="2675208"/>
            <a:ext cx="177421" cy="1474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riángulo isósceles 49"/>
          <p:cNvSpPr/>
          <p:nvPr/>
        </p:nvSpPr>
        <p:spPr>
          <a:xfrm>
            <a:off x="10013424" y="2672294"/>
            <a:ext cx="177421" cy="1474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Resultado de imagen de simbolo ayuda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967" y="2653446"/>
            <a:ext cx="185619" cy="18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3" name="CuadroTexto 2052"/>
          <p:cNvSpPr txBox="1"/>
          <p:nvPr/>
        </p:nvSpPr>
        <p:spPr>
          <a:xfrm>
            <a:off x="2485228" y="3046363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un gato con un dueño un poco malvado que ha salido a capturar pitufos y necesito que 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53" name="CuadroTexto 52"/>
          <p:cNvSpPr txBox="1"/>
          <p:nvPr/>
        </p:nvSpPr>
        <p:spPr>
          <a:xfrm>
            <a:off x="1198008" y="3114356"/>
            <a:ext cx="797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err="1"/>
              <a:t>Asrael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54" name="CuadroTexto 53"/>
          <p:cNvSpPr txBox="1"/>
          <p:nvPr/>
        </p:nvSpPr>
        <p:spPr>
          <a:xfrm>
            <a:off x="7052553" y="3069803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B050"/>
                </a:solidFill>
              </a:rPr>
              <a:t>Anita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55" name="CuadroTexto 54"/>
          <p:cNvSpPr txBox="1"/>
          <p:nvPr/>
        </p:nvSpPr>
        <p:spPr>
          <a:xfrm>
            <a:off x="8780136" y="3067455"/>
            <a:ext cx="1465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9:00 – 10:00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2055" name="Conector recto 2054"/>
          <p:cNvCxnSpPr/>
          <p:nvPr/>
        </p:nvCxnSpPr>
        <p:spPr>
          <a:xfrm flipH="1">
            <a:off x="518611" y="2918226"/>
            <a:ext cx="11087235" cy="0"/>
          </a:xfrm>
          <a:prstGeom prst="line">
            <a:avLst/>
          </a:prstGeom>
          <a:ln w="254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62"/>
          <p:cNvCxnSpPr/>
          <p:nvPr/>
        </p:nvCxnSpPr>
        <p:spPr>
          <a:xfrm flipH="1">
            <a:off x="516263" y="3676678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/>
          <p:cNvSpPr txBox="1"/>
          <p:nvPr/>
        </p:nvSpPr>
        <p:spPr>
          <a:xfrm>
            <a:off x="2480532" y="3751888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un pobre gato que vive atormentado por un ratón muy violento, necesito un psicólogo gatuno….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65" name="CuadroTexto 64"/>
          <p:cNvSpPr txBox="1"/>
          <p:nvPr/>
        </p:nvSpPr>
        <p:spPr>
          <a:xfrm>
            <a:off x="1193312" y="3882961"/>
            <a:ext cx="797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Pica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66" name="CuadroTexto 65"/>
          <p:cNvSpPr txBox="1"/>
          <p:nvPr/>
        </p:nvSpPr>
        <p:spPr>
          <a:xfrm>
            <a:off x="7047857" y="3775328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>
                <a:solidFill>
                  <a:srgbClr val="00B050"/>
                </a:solidFill>
              </a:rPr>
              <a:t>Jose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67" name="CuadroTexto 66"/>
          <p:cNvSpPr txBox="1"/>
          <p:nvPr/>
        </p:nvSpPr>
        <p:spPr>
          <a:xfrm>
            <a:off x="8902440" y="3772980"/>
            <a:ext cx="159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68" name="Conector recto 67"/>
          <p:cNvCxnSpPr/>
          <p:nvPr/>
        </p:nvCxnSpPr>
        <p:spPr>
          <a:xfrm flipH="1">
            <a:off x="513915" y="3681997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uadroTexto 68"/>
          <p:cNvSpPr txBox="1"/>
          <p:nvPr/>
        </p:nvSpPr>
        <p:spPr>
          <a:xfrm>
            <a:off x="8775440" y="3772985"/>
            <a:ext cx="1465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9:30 – 10:30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1" name="CuadroTexto 70"/>
          <p:cNvSpPr txBox="1"/>
          <p:nvPr/>
        </p:nvSpPr>
        <p:spPr>
          <a:xfrm>
            <a:off x="2478184" y="4495129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un pececillo huérfano que necesita que le echen de comer esta semana porque mi padre ha salido….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72" name="CuadroTexto 71"/>
          <p:cNvSpPr txBox="1"/>
          <p:nvPr/>
        </p:nvSpPr>
        <p:spPr>
          <a:xfrm>
            <a:off x="1190964" y="4574454"/>
            <a:ext cx="797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Nemo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73" name="CuadroTexto 72"/>
          <p:cNvSpPr txBox="1"/>
          <p:nvPr/>
        </p:nvSpPr>
        <p:spPr>
          <a:xfrm>
            <a:off x="7045509" y="4518569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B050"/>
                </a:solidFill>
              </a:rPr>
              <a:t>Helena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74" name="CuadroTexto 73"/>
          <p:cNvSpPr txBox="1"/>
          <p:nvPr/>
        </p:nvSpPr>
        <p:spPr>
          <a:xfrm>
            <a:off x="8900092" y="4459952"/>
            <a:ext cx="159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75" name="Conector recto 74"/>
          <p:cNvCxnSpPr/>
          <p:nvPr/>
        </p:nvCxnSpPr>
        <p:spPr>
          <a:xfrm flipH="1">
            <a:off x="464885" y="4372012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uadroTexto 75"/>
          <p:cNvSpPr txBox="1"/>
          <p:nvPr/>
        </p:nvSpPr>
        <p:spPr>
          <a:xfrm>
            <a:off x="8781842" y="4516226"/>
            <a:ext cx="1596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10:00 – 11:00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0" name="CuadroTexto 79"/>
          <p:cNvSpPr txBox="1"/>
          <p:nvPr/>
        </p:nvSpPr>
        <p:spPr>
          <a:xfrm>
            <a:off x="8897744" y="5715190"/>
            <a:ext cx="159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81" name="Conector recto 80"/>
          <p:cNvCxnSpPr/>
          <p:nvPr/>
        </p:nvCxnSpPr>
        <p:spPr>
          <a:xfrm flipH="1">
            <a:off x="509219" y="5098139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/>
          <p:cNvCxnSpPr>
            <a:cxnSpLocks/>
          </p:cNvCxnSpPr>
          <p:nvPr/>
        </p:nvCxnSpPr>
        <p:spPr>
          <a:xfrm>
            <a:off x="10426902" y="2596198"/>
            <a:ext cx="16432" cy="268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ángulo redondeado 40">
            <a:hlinkClick r:id="rId19" action="ppaction://hlinksldjump"/>
          </p:cNvPr>
          <p:cNvSpPr/>
          <p:nvPr/>
        </p:nvSpPr>
        <p:spPr>
          <a:xfrm>
            <a:off x="10541000" y="3114355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Contactar</a:t>
            </a:r>
            <a:endParaRPr lang="en-US" b="1" dirty="0"/>
          </a:p>
        </p:txBody>
      </p:sp>
      <p:sp>
        <p:nvSpPr>
          <p:cNvPr id="43" name="Rectángulo redondeado 42">
            <a:hlinkClick r:id="rId19" action="ppaction://hlinksldjump"/>
          </p:cNvPr>
          <p:cNvSpPr/>
          <p:nvPr/>
        </p:nvSpPr>
        <p:spPr>
          <a:xfrm>
            <a:off x="10553700" y="3855630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Contactar</a:t>
            </a:r>
            <a:endParaRPr lang="en-US" b="1" dirty="0"/>
          </a:p>
        </p:txBody>
      </p:sp>
      <p:sp>
        <p:nvSpPr>
          <p:cNvPr id="44" name="Rectángulo redondeado 43">
            <a:hlinkClick r:id="rId19" action="ppaction://hlinksldjump"/>
          </p:cNvPr>
          <p:cNvSpPr/>
          <p:nvPr/>
        </p:nvSpPr>
        <p:spPr>
          <a:xfrm>
            <a:off x="10553700" y="4566830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Contactar</a:t>
            </a:r>
            <a:endParaRPr lang="en-US" b="1" dirty="0"/>
          </a:p>
        </p:txBody>
      </p:sp>
      <p:cxnSp>
        <p:nvCxnSpPr>
          <p:cNvPr id="110" name="Conector recto 109"/>
          <p:cNvCxnSpPr>
            <a:cxnSpLocks/>
          </p:cNvCxnSpPr>
          <p:nvPr/>
        </p:nvCxnSpPr>
        <p:spPr>
          <a:xfrm>
            <a:off x="1161384" y="2597146"/>
            <a:ext cx="43949" cy="26883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Resultado de imagen de azrael gato"/>
          <p:cNvPicPr>
            <a:picLocks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47" t="19319" r="2007" b="39845"/>
          <a:stretch/>
        </p:blipFill>
        <p:spPr bwMode="auto">
          <a:xfrm>
            <a:off x="570743" y="3029807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Resultado de imagen de pica gato simpsons"/>
          <p:cNvPicPr>
            <a:picLocks noChangeArrowheads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68" b="43024"/>
          <a:stretch/>
        </p:blipFill>
        <p:spPr bwMode="auto">
          <a:xfrm>
            <a:off x="682387" y="-731837"/>
            <a:ext cx="0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Resultado de imagen de pica gato simpsons"/>
          <p:cNvPicPr>
            <a:picLocks noChangeArrowheads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41" t="5036" r="10805" b="47502"/>
          <a:stretch/>
        </p:blipFill>
        <p:spPr bwMode="auto">
          <a:xfrm>
            <a:off x="574556" y="3765939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Resultado de imagen de nemo"/>
          <p:cNvPicPr>
            <a:picLocks noChangeArrowheads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20" t="1672"/>
          <a:stretch/>
        </p:blipFill>
        <p:spPr bwMode="auto">
          <a:xfrm>
            <a:off x="546799" y="4477774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n 15" descr="Icono&#10;&#10;Descripción generada automáticamente">
            <a:extLst>
              <a:ext uri="{FF2B5EF4-FFF2-40B4-BE49-F238E27FC236}">
                <a16:creationId xmlns:a16="http://schemas.microsoft.com/office/drawing/2014/main" id="{15D5E941-1F53-3C25-6379-E11E233F8096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4"/>
              </a:ext>
            </a:extLst>
          </a:blip>
          <a:stretch>
            <a:fillRect/>
          </a:stretch>
        </p:blipFill>
        <p:spPr>
          <a:xfrm>
            <a:off x="9954790" y="586317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620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Browser" descr="&lt;SmartSettings&gt;&lt;SmartResize enabled=&quot;True&quot; minWidth=&quot;140&quot; minHeight=&quot;5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-16574" y="-8423"/>
            <a:ext cx="12208573" cy="6866424"/>
            <a:chOff x="595684" y="1261241"/>
            <a:chExt cx="6668462" cy="4352545"/>
          </a:xfrm>
        </p:grpSpPr>
        <p:sp>
          <p:nvSpPr>
            <p:cNvPr id="89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595684" y="1600363"/>
              <a:ext cx="6668462" cy="401342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0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595685" y="1261241"/>
              <a:ext cx="6668461" cy="3404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91" name="Menu Button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134212" y="1456200"/>
              <a:ext cx="81508" cy="71447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2" name="Close Button" descr="&lt;SmartSettings&gt;&lt;SmartResize anchorLeft=&quot;None&quot; anchorTop=&quot;Absolute&quot; anchorRight=&quot;Absolute&quot; anchorBottom=&quot;None&quot; /&gt;&lt;/SmartSettings&gt;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148958" y="1306404"/>
              <a:ext cx="53761" cy="60378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3" name="Address Box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6"/>
              </p:custDataLst>
            </p:nvPr>
          </p:nvSpPr>
          <p:spPr>
            <a:xfrm>
              <a:off x="1088867" y="1416571"/>
              <a:ext cx="5996919" cy="150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www.cuidandoapancho.com/encuentraMascota?ubicacion=LasRozas&amp;hora=L9.14</a:t>
              </a:r>
            </a:p>
          </p:txBody>
        </p:sp>
        <p:sp>
          <p:nvSpPr>
            <p:cNvPr id="94" name="Document Icon" descr="&lt;SmartSettings&gt;&lt;SmartResize anchorLeft=&quot;Absolute&quot; anchorTop=&quot;Absolute&quot; anchorRight=&quot;None&quot; anchorBottom=&quot;None&quot; /&gt;&lt;/SmartSettings&gt;"/>
            <p:cNvSpPr>
              <a:spLocks noChangeAspect="1"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1130447" y="1449659"/>
              <a:ext cx="51160" cy="84529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95" name="Navigation Buttons"/>
            <p:cNvGrpSpPr/>
            <p:nvPr/>
          </p:nvGrpSpPr>
          <p:grpSpPr>
            <a:xfrm>
              <a:off x="664460" y="1437080"/>
              <a:ext cx="350313" cy="109687"/>
              <a:chOff x="664460" y="1437080"/>
              <a:chExt cx="350313" cy="109687"/>
            </a:xfrm>
          </p:grpSpPr>
          <p:sp>
            <p:nvSpPr>
              <p:cNvPr id="96" name="Back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664460" y="1453684"/>
                <a:ext cx="83243" cy="76479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7" name="Forwar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796260" y="1453684"/>
                <a:ext cx="83243" cy="76479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8" name="Reloa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928062" y="1437080"/>
                <a:ext cx="86711" cy="109687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99" name="Imagen 98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" y="549049"/>
            <a:ext cx="2391284" cy="561746"/>
          </a:xfrm>
          <a:prstGeom prst="rect">
            <a:avLst/>
          </a:prstGeom>
        </p:spPr>
      </p:pic>
      <p:cxnSp>
        <p:nvCxnSpPr>
          <p:cNvPr id="100" name="Conector recto 99"/>
          <p:cNvCxnSpPr/>
          <p:nvPr/>
        </p:nvCxnSpPr>
        <p:spPr>
          <a:xfrm>
            <a:off x="0" y="1139902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ángulo 100"/>
          <p:cNvSpPr/>
          <p:nvPr/>
        </p:nvSpPr>
        <p:spPr>
          <a:xfrm>
            <a:off x="-16574" y="6630664"/>
            <a:ext cx="12208574" cy="228600"/>
          </a:xfrm>
          <a:prstGeom prst="rect">
            <a:avLst/>
          </a:prstGeom>
          <a:gradFill>
            <a:gsLst>
              <a:gs pos="0">
                <a:schemeClr val="bg1"/>
              </a:gs>
              <a:gs pos="33000">
                <a:schemeClr val="bg2"/>
              </a:gs>
              <a:gs pos="84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>
                <a:solidFill>
                  <a:schemeClr val="tx1"/>
                </a:solidFill>
              </a:rPr>
              <a:t>© Ningún derecho reservado - 2017</a:t>
            </a:r>
            <a:endParaRPr lang="en-US" sz="1050" dirty="0">
              <a:solidFill>
                <a:schemeClr val="tx1"/>
              </a:solidFill>
            </a:endParaRPr>
          </a:p>
        </p:txBody>
      </p:sp>
      <p:grpSp>
        <p:nvGrpSpPr>
          <p:cNvPr id="102" name="Grupo 101"/>
          <p:cNvGrpSpPr/>
          <p:nvPr/>
        </p:nvGrpSpPr>
        <p:grpSpPr>
          <a:xfrm>
            <a:off x="10475610" y="622021"/>
            <a:ext cx="1553119" cy="415801"/>
            <a:chOff x="4519718" y="8223232"/>
            <a:chExt cx="1553119" cy="415801"/>
          </a:xfrm>
        </p:grpSpPr>
        <p:grpSp>
          <p:nvGrpSpPr>
            <p:cNvPr id="103" name="Grupo 102"/>
            <p:cNvGrpSpPr/>
            <p:nvPr/>
          </p:nvGrpSpPr>
          <p:grpSpPr>
            <a:xfrm>
              <a:off x="4519718" y="8256590"/>
              <a:ext cx="1460954" cy="321425"/>
              <a:chOff x="4519718" y="8256590"/>
              <a:chExt cx="1460954" cy="321425"/>
            </a:xfrm>
          </p:grpSpPr>
          <p:pic>
            <p:nvPicPr>
              <p:cNvPr id="105" name="Picture 2" descr="Resultado de imagen de icono silueta usuario web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78842" y="8276185"/>
                <a:ext cx="301830" cy="3018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6" name="CuadroTexto 105"/>
              <p:cNvSpPr txBox="1"/>
              <p:nvPr/>
            </p:nvSpPr>
            <p:spPr>
              <a:xfrm>
                <a:off x="4519718" y="8256590"/>
                <a:ext cx="10669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400" i="1" dirty="0"/>
                  <a:t>Hola, Pepito</a:t>
                </a:r>
                <a:endParaRPr lang="en-US" sz="1400" i="1" dirty="0"/>
              </a:p>
            </p:txBody>
          </p:sp>
        </p:grpSp>
        <p:sp>
          <p:nvSpPr>
            <p:cNvPr id="104" name="Elipse 103"/>
            <p:cNvSpPr/>
            <p:nvPr/>
          </p:nvSpPr>
          <p:spPr>
            <a:xfrm>
              <a:off x="5595581" y="8223232"/>
              <a:ext cx="477256" cy="4158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7" name="Imagen 106"/>
          <p:cNvPicPr>
            <a:picLocks noChangeAspect="1"/>
          </p:cNvPicPr>
          <p:nvPr/>
        </p:nvPicPr>
        <p:blipFill rotWithShape="1">
          <a:blip r:embed="rId16"/>
          <a:srcRect l="47755" t="6460" r="51669" b="8619"/>
          <a:stretch/>
        </p:blipFill>
        <p:spPr>
          <a:xfrm>
            <a:off x="11996383" y="1496562"/>
            <a:ext cx="166515" cy="5120640"/>
          </a:xfrm>
          <a:prstGeom prst="rect">
            <a:avLst/>
          </a:prstGeom>
        </p:spPr>
      </p:pic>
      <p:sp>
        <p:nvSpPr>
          <p:cNvPr id="108" name="Breadcrumbs"/>
          <p:cNvSpPr>
            <a:spLocks/>
          </p:cNvSpPr>
          <p:nvPr/>
        </p:nvSpPr>
        <p:spPr bwMode="auto">
          <a:xfrm>
            <a:off x="119075" y="1220482"/>
            <a:ext cx="1671465" cy="203932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900" u="sng" dirty="0">
                <a:solidFill>
                  <a:srgbClr val="5B9BD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  <a:hlinkClick r:id="rId13" action="ppaction://hlinksldjump"/>
              </a:rPr>
              <a:t>Home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13" action="ppaction://hlinksldjump"/>
              </a:rPr>
              <a:t>  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»  </a:t>
            </a:r>
            <a:r>
              <a:rPr lang="es-E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17" action="ppaction://hlinksldjump"/>
              </a:rPr>
              <a:t>Mascotas</a:t>
            </a:r>
            <a:r>
              <a:rPr lang="es-E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»  Listado</a:t>
            </a:r>
            <a:endParaRPr lang="es-ES" sz="900" dirty="0">
              <a:solidFill>
                <a:srgbClr val="5F5F5F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9" name="Conector recto 108"/>
          <p:cNvCxnSpPr/>
          <p:nvPr/>
        </p:nvCxnSpPr>
        <p:spPr>
          <a:xfrm>
            <a:off x="2272" y="1442430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/>
          <p:cNvSpPr txBox="1"/>
          <p:nvPr/>
        </p:nvSpPr>
        <p:spPr>
          <a:xfrm>
            <a:off x="428164" y="1815154"/>
            <a:ext cx="8431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Mascotas en la zona de </a:t>
            </a:r>
            <a:r>
              <a:rPr lang="es-ES" b="1" i="1" dirty="0">
                <a:solidFill>
                  <a:schemeClr val="accent2">
                    <a:lumMod val="50000"/>
                  </a:schemeClr>
                </a:solidFill>
              </a:rPr>
              <a:t>Las Rozas </a:t>
            </a:r>
            <a:r>
              <a:rPr lang="es-ES" b="1" dirty="0"/>
              <a:t>que necesitan ser cuidadas los </a:t>
            </a:r>
            <a:r>
              <a:rPr lang="es-ES" b="1" i="1" dirty="0">
                <a:solidFill>
                  <a:schemeClr val="accent2">
                    <a:lumMod val="50000"/>
                  </a:schemeClr>
                </a:solidFill>
              </a:rPr>
              <a:t>lunes de 9:00 a 14:00  </a:t>
            </a:r>
            <a:endParaRPr lang="en-US" b="1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" name="Rectángulo redondeado 6">
            <a:hlinkClick r:id="rId17" action="ppaction://hlinksldjump"/>
          </p:cNvPr>
          <p:cNvSpPr/>
          <p:nvPr/>
        </p:nvSpPr>
        <p:spPr>
          <a:xfrm>
            <a:off x="8884301" y="1801506"/>
            <a:ext cx="2702256" cy="36933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Cambiar parámetros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518611" y="2551536"/>
            <a:ext cx="11084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Foto      Nombre	Descripción				Dueño        	Horario		Acciones</a:t>
            </a:r>
            <a:endParaRPr lang="en-US" b="1" i="1" dirty="0"/>
          </a:p>
        </p:txBody>
      </p:sp>
      <p:cxnSp>
        <p:nvCxnSpPr>
          <p:cNvPr id="22" name="Conector recto 21"/>
          <p:cNvCxnSpPr>
            <a:cxnSpLocks/>
          </p:cNvCxnSpPr>
          <p:nvPr/>
        </p:nvCxnSpPr>
        <p:spPr>
          <a:xfrm>
            <a:off x="2326612" y="2581226"/>
            <a:ext cx="27965" cy="27042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/>
          <p:cNvCxnSpPr>
            <a:cxnSpLocks/>
          </p:cNvCxnSpPr>
          <p:nvPr/>
        </p:nvCxnSpPr>
        <p:spPr>
          <a:xfrm>
            <a:off x="6915957" y="2597146"/>
            <a:ext cx="17883" cy="27147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/>
          <p:cNvCxnSpPr>
            <a:cxnSpLocks/>
          </p:cNvCxnSpPr>
          <p:nvPr/>
        </p:nvCxnSpPr>
        <p:spPr>
          <a:xfrm>
            <a:off x="8763202" y="2583498"/>
            <a:ext cx="7244" cy="27020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2" name="Triángulo isósceles 2051"/>
          <p:cNvSpPr/>
          <p:nvPr/>
        </p:nvSpPr>
        <p:spPr>
          <a:xfrm>
            <a:off x="8501609" y="2675208"/>
            <a:ext cx="177421" cy="1474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riángulo isósceles 49"/>
          <p:cNvSpPr/>
          <p:nvPr/>
        </p:nvSpPr>
        <p:spPr>
          <a:xfrm>
            <a:off x="10013424" y="2672294"/>
            <a:ext cx="177421" cy="1474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Resultado de imagen de simbolo ayuda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967" y="2653446"/>
            <a:ext cx="185619" cy="18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3" name="CuadroTexto 2052"/>
          <p:cNvSpPr txBox="1"/>
          <p:nvPr/>
        </p:nvSpPr>
        <p:spPr>
          <a:xfrm>
            <a:off x="2485228" y="3046363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un gato con un dueño un poco malvado que ha salido a capturar pitufos y necesito que 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53" name="CuadroTexto 52"/>
          <p:cNvSpPr txBox="1"/>
          <p:nvPr/>
        </p:nvSpPr>
        <p:spPr>
          <a:xfrm>
            <a:off x="1198008" y="3114356"/>
            <a:ext cx="797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err="1"/>
              <a:t>Asrael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54" name="CuadroTexto 53"/>
          <p:cNvSpPr txBox="1"/>
          <p:nvPr/>
        </p:nvSpPr>
        <p:spPr>
          <a:xfrm>
            <a:off x="7052553" y="3069803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B050"/>
                </a:solidFill>
              </a:rPr>
              <a:t>Anita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55" name="CuadroTexto 54"/>
          <p:cNvSpPr txBox="1"/>
          <p:nvPr/>
        </p:nvSpPr>
        <p:spPr>
          <a:xfrm>
            <a:off x="8780136" y="3067455"/>
            <a:ext cx="1465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9:00 – 10:00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2055" name="Conector recto 2054"/>
          <p:cNvCxnSpPr/>
          <p:nvPr/>
        </p:nvCxnSpPr>
        <p:spPr>
          <a:xfrm flipH="1">
            <a:off x="518611" y="2918226"/>
            <a:ext cx="11087235" cy="0"/>
          </a:xfrm>
          <a:prstGeom prst="line">
            <a:avLst/>
          </a:prstGeom>
          <a:ln w="254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62"/>
          <p:cNvCxnSpPr/>
          <p:nvPr/>
        </p:nvCxnSpPr>
        <p:spPr>
          <a:xfrm flipH="1">
            <a:off x="516263" y="3676678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/>
          <p:cNvSpPr txBox="1"/>
          <p:nvPr/>
        </p:nvSpPr>
        <p:spPr>
          <a:xfrm>
            <a:off x="2480532" y="3751888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un pobre gato que vive atormentado por un ratón muy violento, necesito un psicólogo gatuno….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65" name="CuadroTexto 64"/>
          <p:cNvSpPr txBox="1"/>
          <p:nvPr/>
        </p:nvSpPr>
        <p:spPr>
          <a:xfrm>
            <a:off x="1193312" y="3882961"/>
            <a:ext cx="797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Pica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66" name="CuadroTexto 65"/>
          <p:cNvSpPr txBox="1"/>
          <p:nvPr/>
        </p:nvSpPr>
        <p:spPr>
          <a:xfrm>
            <a:off x="7047857" y="3775328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>
                <a:solidFill>
                  <a:srgbClr val="00B050"/>
                </a:solidFill>
              </a:rPr>
              <a:t>Jose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67" name="CuadroTexto 66"/>
          <p:cNvSpPr txBox="1"/>
          <p:nvPr/>
        </p:nvSpPr>
        <p:spPr>
          <a:xfrm>
            <a:off x="8902440" y="3772980"/>
            <a:ext cx="159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68" name="Conector recto 67"/>
          <p:cNvCxnSpPr/>
          <p:nvPr/>
        </p:nvCxnSpPr>
        <p:spPr>
          <a:xfrm flipH="1">
            <a:off x="513915" y="3681997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uadroTexto 68"/>
          <p:cNvSpPr txBox="1"/>
          <p:nvPr/>
        </p:nvSpPr>
        <p:spPr>
          <a:xfrm>
            <a:off x="8775440" y="3772985"/>
            <a:ext cx="1465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9:30 – 10:30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1" name="CuadroTexto 70"/>
          <p:cNvSpPr txBox="1"/>
          <p:nvPr/>
        </p:nvSpPr>
        <p:spPr>
          <a:xfrm>
            <a:off x="2478184" y="4495129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un pececillo huérfano que necesita que le echen de comer esta semana porque mi padre ha salido….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72" name="CuadroTexto 71"/>
          <p:cNvSpPr txBox="1"/>
          <p:nvPr/>
        </p:nvSpPr>
        <p:spPr>
          <a:xfrm>
            <a:off x="1190964" y="4574454"/>
            <a:ext cx="797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Nemo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73" name="CuadroTexto 72"/>
          <p:cNvSpPr txBox="1"/>
          <p:nvPr/>
        </p:nvSpPr>
        <p:spPr>
          <a:xfrm>
            <a:off x="7045509" y="4518569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B050"/>
                </a:solidFill>
              </a:rPr>
              <a:t>Helena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74" name="CuadroTexto 73"/>
          <p:cNvSpPr txBox="1"/>
          <p:nvPr/>
        </p:nvSpPr>
        <p:spPr>
          <a:xfrm>
            <a:off x="8900092" y="4459952"/>
            <a:ext cx="159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75" name="Conector recto 74"/>
          <p:cNvCxnSpPr/>
          <p:nvPr/>
        </p:nvCxnSpPr>
        <p:spPr>
          <a:xfrm flipH="1">
            <a:off x="464885" y="4372012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uadroTexto 75"/>
          <p:cNvSpPr txBox="1"/>
          <p:nvPr/>
        </p:nvSpPr>
        <p:spPr>
          <a:xfrm>
            <a:off x="8781842" y="4516226"/>
            <a:ext cx="1596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10:00 – 11:00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0" name="CuadroTexto 79"/>
          <p:cNvSpPr txBox="1"/>
          <p:nvPr/>
        </p:nvSpPr>
        <p:spPr>
          <a:xfrm>
            <a:off x="8897744" y="5715190"/>
            <a:ext cx="159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81" name="Conector recto 80"/>
          <p:cNvCxnSpPr/>
          <p:nvPr/>
        </p:nvCxnSpPr>
        <p:spPr>
          <a:xfrm flipH="1">
            <a:off x="509219" y="5098139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/>
          <p:cNvCxnSpPr>
            <a:cxnSpLocks/>
          </p:cNvCxnSpPr>
          <p:nvPr/>
        </p:nvCxnSpPr>
        <p:spPr>
          <a:xfrm>
            <a:off x="10426902" y="2596198"/>
            <a:ext cx="16432" cy="268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ángulo redondeado 40">
            <a:hlinkClick r:id="rId19" action="ppaction://hlinksldjump"/>
          </p:cNvPr>
          <p:cNvSpPr/>
          <p:nvPr/>
        </p:nvSpPr>
        <p:spPr>
          <a:xfrm>
            <a:off x="10541000" y="3114355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Contactar</a:t>
            </a:r>
            <a:endParaRPr lang="en-US" b="1" dirty="0"/>
          </a:p>
        </p:txBody>
      </p:sp>
      <p:sp>
        <p:nvSpPr>
          <p:cNvPr id="43" name="Rectángulo redondeado 42">
            <a:hlinkClick r:id="rId19" action="ppaction://hlinksldjump"/>
          </p:cNvPr>
          <p:cNvSpPr/>
          <p:nvPr/>
        </p:nvSpPr>
        <p:spPr>
          <a:xfrm>
            <a:off x="10553700" y="3855630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Contactar</a:t>
            </a:r>
            <a:endParaRPr lang="en-US" b="1" dirty="0"/>
          </a:p>
        </p:txBody>
      </p:sp>
      <p:sp>
        <p:nvSpPr>
          <p:cNvPr id="44" name="Rectángulo redondeado 43">
            <a:hlinkClick r:id="rId19" action="ppaction://hlinksldjump"/>
          </p:cNvPr>
          <p:cNvSpPr/>
          <p:nvPr/>
        </p:nvSpPr>
        <p:spPr>
          <a:xfrm>
            <a:off x="10553700" y="4566830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Contactar</a:t>
            </a:r>
            <a:endParaRPr lang="en-US" b="1" dirty="0"/>
          </a:p>
        </p:txBody>
      </p:sp>
      <p:cxnSp>
        <p:nvCxnSpPr>
          <p:cNvPr id="110" name="Conector recto 109"/>
          <p:cNvCxnSpPr>
            <a:cxnSpLocks/>
          </p:cNvCxnSpPr>
          <p:nvPr/>
        </p:nvCxnSpPr>
        <p:spPr>
          <a:xfrm>
            <a:off x="1161384" y="2597146"/>
            <a:ext cx="43949" cy="26883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Resultado de imagen de azrael gato"/>
          <p:cNvPicPr>
            <a:picLocks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47" t="19319" r="2007" b="39845"/>
          <a:stretch/>
        </p:blipFill>
        <p:spPr bwMode="auto">
          <a:xfrm>
            <a:off x="570743" y="3029807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Resultado de imagen de pica gato simpsons"/>
          <p:cNvPicPr>
            <a:picLocks noChangeArrowheads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68" b="43024"/>
          <a:stretch/>
        </p:blipFill>
        <p:spPr bwMode="auto">
          <a:xfrm>
            <a:off x="682387" y="-731837"/>
            <a:ext cx="0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Resultado de imagen de pica gato simpsons"/>
          <p:cNvPicPr>
            <a:picLocks noChangeArrowheads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41" t="5036" r="10805" b="47502"/>
          <a:stretch/>
        </p:blipFill>
        <p:spPr bwMode="auto">
          <a:xfrm>
            <a:off x="574556" y="3765939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Resultado de imagen de nemo"/>
          <p:cNvPicPr>
            <a:picLocks noChangeArrowheads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20" t="1672"/>
          <a:stretch/>
        </p:blipFill>
        <p:spPr bwMode="auto">
          <a:xfrm>
            <a:off x="546799" y="4477774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n 15" descr="Icono&#10;&#10;Descripción generada automáticamente">
            <a:extLst>
              <a:ext uri="{FF2B5EF4-FFF2-40B4-BE49-F238E27FC236}">
                <a16:creationId xmlns:a16="http://schemas.microsoft.com/office/drawing/2014/main" id="{15D5E941-1F53-3C25-6379-E11E233F8096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4"/>
              </a:ext>
            </a:extLst>
          </a:blip>
          <a:stretch>
            <a:fillRect/>
          </a:stretch>
        </p:blipFill>
        <p:spPr>
          <a:xfrm>
            <a:off x="9954790" y="586317"/>
            <a:ext cx="533400" cy="533400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E6DDA101-987F-134A-6069-445103356F9A}"/>
              </a:ext>
            </a:extLst>
          </p:cNvPr>
          <p:cNvGrpSpPr/>
          <p:nvPr/>
        </p:nvGrpSpPr>
        <p:grpSpPr>
          <a:xfrm>
            <a:off x="-32491" y="538121"/>
            <a:ext cx="12216825" cy="6334655"/>
            <a:chOff x="-24826" y="523344"/>
            <a:chExt cx="12216825" cy="6334655"/>
          </a:xfrm>
        </p:grpSpPr>
        <p:sp>
          <p:nvSpPr>
            <p:cNvPr id="3" name="Modal Dialog Overlay">
              <a:extLst>
                <a:ext uri="{FF2B5EF4-FFF2-40B4-BE49-F238E27FC236}">
                  <a16:creationId xmlns:a16="http://schemas.microsoft.com/office/drawing/2014/main" id="{F2D5BE8F-E650-8147-6D17-08C224915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-24826" y="523344"/>
              <a:ext cx="12216825" cy="6334655"/>
            </a:xfrm>
            <a:prstGeom prst="rect">
              <a:avLst/>
            </a:prstGeom>
            <a:solidFill>
              <a:srgbClr val="808080">
                <a:alpha val="60000"/>
              </a:srgbClr>
            </a:solidFill>
            <a:ln w="635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" name="Rectángulo redondeado 84">
              <a:extLst>
                <a:ext uri="{FF2B5EF4-FFF2-40B4-BE49-F238E27FC236}">
                  <a16:creationId xmlns:a16="http://schemas.microsoft.com/office/drawing/2014/main" id="{1A9316DE-A653-F152-CAC0-277F73C8807E}"/>
                </a:ext>
              </a:extLst>
            </p:cNvPr>
            <p:cNvSpPr/>
            <p:nvPr/>
          </p:nvSpPr>
          <p:spPr>
            <a:xfrm>
              <a:off x="3080087" y="2374232"/>
              <a:ext cx="5855368" cy="3560701"/>
            </a:xfrm>
            <a:prstGeom prst="roundRect">
              <a:avLst>
                <a:gd name="adj" fmla="val 5403"/>
              </a:avLst>
            </a:prstGeom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7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s-ES" dirty="0"/>
                <a:t>   </a:t>
              </a:r>
            </a:p>
            <a:p>
              <a:r>
                <a:rPr lang="es-ES" dirty="0"/>
                <a:t>   Mensaje para </a:t>
              </a:r>
              <a:r>
                <a:rPr lang="es-ES" b="1" dirty="0" err="1">
                  <a:solidFill>
                    <a:schemeClr val="accent2">
                      <a:lumMod val="50000"/>
                    </a:schemeClr>
                  </a:solidFill>
                </a:rPr>
                <a:t>Asrael</a:t>
              </a:r>
              <a:endParaRPr lang="en-US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5" name="Rectángulo redondeado 85">
              <a:hlinkClick r:id="rId25" action="ppaction://hlinksldjump"/>
              <a:extLst>
                <a:ext uri="{FF2B5EF4-FFF2-40B4-BE49-F238E27FC236}">
                  <a16:creationId xmlns:a16="http://schemas.microsoft.com/office/drawing/2014/main" id="{B4E74C57-8049-5862-5696-13CE1397E283}"/>
                </a:ext>
              </a:extLst>
            </p:cNvPr>
            <p:cNvSpPr/>
            <p:nvPr/>
          </p:nvSpPr>
          <p:spPr>
            <a:xfrm>
              <a:off x="7178541" y="5358234"/>
              <a:ext cx="1421381" cy="398760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b="1" dirty="0"/>
                <a:t>Enviar</a:t>
              </a:r>
              <a:endParaRPr lang="en-US" b="1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264BEC43-39EF-3672-4682-52CA1B257297}"/>
                </a:ext>
              </a:extLst>
            </p:cNvPr>
            <p:cNvSpPr/>
            <p:nvPr/>
          </p:nvSpPr>
          <p:spPr>
            <a:xfrm>
              <a:off x="3403728" y="3167685"/>
              <a:ext cx="5132318" cy="20342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s-ES" sz="1600" i="1" dirty="0">
                  <a:solidFill>
                    <a:schemeClr val="bg1">
                      <a:lumMod val="50000"/>
                    </a:schemeClr>
                  </a:solidFill>
                </a:rPr>
                <a:t>Escribe aquí tu mensaje…</a:t>
              </a:r>
              <a:endParaRPr lang="en-US" sz="1600" i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16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Browser" descr="&lt;SmartSettings&gt;&lt;SmartResize enabled=&quot;True&quot; minWidth=&quot;140&quot; minHeight=&quot;5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-16574" y="-8423"/>
            <a:ext cx="12208573" cy="6866424"/>
            <a:chOff x="595684" y="1261241"/>
            <a:chExt cx="6668462" cy="4352545"/>
          </a:xfrm>
        </p:grpSpPr>
        <p:sp>
          <p:nvSpPr>
            <p:cNvPr id="89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595684" y="1600363"/>
              <a:ext cx="6668462" cy="401342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0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595685" y="1261241"/>
              <a:ext cx="6668461" cy="3404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91" name="Menu Button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134212" y="1456200"/>
              <a:ext cx="81508" cy="71447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2" name="Close Button" descr="&lt;SmartSettings&gt;&lt;SmartResize anchorLeft=&quot;None&quot; anchorTop=&quot;Absolute&quot; anchorRight=&quot;Absolute&quot; anchorBottom=&quot;None&quot; /&gt;&lt;/SmartSettings&gt;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148958" y="1306404"/>
              <a:ext cx="53761" cy="60378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3" name="Address Box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6"/>
              </p:custDataLst>
            </p:nvPr>
          </p:nvSpPr>
          <p:spPr>
            <a:xfrm>
              <a:off x="1088867" y="1416571"/>
              <a:ext cx="5996919" cy="150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www.cuidandoapancho.com/encuentraMascota?ubicacion=LasRozas&amp;hora=L9.14</a:t>
              </a:r>
            </a:p>
          </p:txBody>
        </p:sp>
        <p:sp>
          <p:nvSpPr>
            <p:cNvPr id="94" name="Document Icon" descr="&lt;SmartSettings&gt;&lt;SmartResize anchorLeft=&quot;Absolute&quot; anchorTop=&quot;Absolute&quot; anchorRight=&quot;None&quot; anchorBottom=&quot;None&quot; /&gt;&lt;/SmartSettings&gt;"/>
            <p:cNvSpPr>
              <a:spLocks noChangeAspect="1"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1130447" y="1449659"/>
              <a:ext cx="51160" cy="84529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95" name="Navigation Buttons"/>
            <p:cNvGrpSpPr/>
            <p:nvPr/>
          </p:nvGrpSpPr>
          <p:grpSpPr>
            <a:xfrm>
              <a:off x="664460" y="1437080"/>
              <a:ext cx="350313" cy="109687"/>
              <a:chOff x="664460" y="1437080"/>
              <a:chExt cx="350313" cy="109687"/>
            </a:xfrm>
          </p:grpSpPr>
          <p:sp>
            <p:nvSpPr>
              <p:cNvPr id="96" name="Back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664460" y="1453684"/>
                <a:ext cx="83243" cy="76479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7" name="Forwar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796260" y="1453684"/>
                <a:ext cx="83243" cy="76479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8" name="Reloa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928062" y="1437080"/>
                <a:ext cx="86711" cy="109687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99" name="Imagen 98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" y="549049"/>
            <a:ext cx="2391284" cy="561746"/>
          </a:xfrm>
          <a:prstGeom prst="rect">
            <a:avLst/>
          </a:prstGeom>
        </p:spPr>
      </p:pic>
      <p:cxnSp>
        <p:nvCxnSpPr>
          <p:cNvPr id="100" name="Conector recto 99"/>
          <p:cNvCxnSpPr/>
          <p:nvPr/>
        </p:nvCxnSpPr>
        <p:spPr>
          <a:xfrm>
            <a:off x="0" y="1139902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ángulo 100"/>
          <p:cNvSpPr/>
          <p:nvPr/>
        </p:nvSpPr>
        <p:spPr>
          <a:xfrm>
            <a:off x="-16574" y="6630664"/>
            <a:ext cx="12208574" cy="228600"/>
          </a:xfrm>
          <a:prstGeom prst="rect">
            <a:avLst/>
          </a:prstGeom>
          <a:gradFill>
            <a:gsLst>
              <a:gs pos="0">
                <a:schemeClr val="bg1"/>
              </a:gs>
              <a:gs pos="33000">
                <a:schemeClr val="bg2"/>
              </a:gs>
              <a:gs pos="84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>
                <a:solidFill>
                  <a:schemeClr val="tx1"/>
                </a:solidFill>
              </a:rPr>
              <a:t>© Ningún derecho reservado - 2017</a:t>
            </a:r>
            <a:endParaRPr lang="en-US" sz="1050" dirty="0">
              <a:solidFill>
                <a:schemeClr val="tx1"/>
              </a:solidFill>
            </a:endParaRPr>
          </a:p>
        </p:txBody>
      </p:sp>
      <p:grpSp>
        <p:nvGrpSpPr>
          <p:cNvPr id="102" name="Grupo 101"/>
          <p:cNvGrpSpPr/>
          <p:nvPr/>
        </p:nvGrpSpPr>
        <p:grpSpPr>
          <a:xfrm>
            <a:off x="10475610" y="622021"/>
            <a:ext cx="1553119" cy="415801"/>
            <a:chOff x="4519718" y="8223232"/>
            <a:chExt cx="1553119" cy="415801"/>
          </a:xfrm>
        </p:grpSpPr>
        <p:grpSp>
          <p:nvGrpSpPr>
            <p:cNvPr id="103" name="Grupo 102"/>
            <p:cNvGrpSpPr/>
            <p:nvPr/>
          </p:nvGrpSpPr>
          <p:grpSpPr>
            <a:xfrm>
              <a:off x="4519718" y="8256590"/>
              <a:ext cx="1460954" cy="321425"/>
              <a:chOff x="4519718" y="8256590"/>
              <a:chExt cx="1460954" cy="321425"/>
            </a:xfrm>
          </p:grpSpPr>
          <p:pic>
            <p:nvPicPr>
              <p:cNvPr id="105" name="Picture 2" descr="Resultado de imagen de icono silueta usuario web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78842" y="8276185"/>
                <a:ext cx="301830" cy="3018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6" name="CuadroTexto 105"/>
              <p:cNvSpPr txBox="1"/>
              <p:nvPr/>
            </p:nvSpPr>
            <p:spPr>
              <a:xfrm>
                <a:off x="4519718" y="8256590"/>
                <a:ext cx="10669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400" i="1" dirty="0"/>
                  <a:t>Hola, Pepito</a:t>
                </a:r>
                <a:endParaRPr lang="en-US" sz="1400" i="1" dirty="0"/>
              </a:p>
            </p:txBody>
          </p:sp>
        </p:grpSp>
        <p:sp>
          <p:nvSpPr>
            <p:cNvPr id="104" name="Elipse 103"/>
            <p:cNvSpPr/>
            <p:nvPr/>
          </p:nvSpPr>
          <p:spPr>
            <a:xfrm>
              <a:off x="5595581" y="8223232"/>
              <a:ext cx="477256" cy="4158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7" name="Imagen 106"/>
          <p:cNvPicPr>
            <a:picLocks noChangeAspect="1"/>
          </p:cNvPicPr>
          <p:nvPr/>
        </p:nvPicPr>
        <p:blipFill rotWithShape="1">
          <a:blip r:embed="rId16"/>
          <a:srcRect l="47755" t="6460" r="51669" b="8619"/>
          <a:stretch/>
        </p:blipFill>
        <p:spPr>
          <a:xfrm>
            <a:off x="11996383" y="1496562"/>
            <a:ext cx="166515" cy="5120640"/>
          </a:xfrm>
          <a:prstGeom prst="rect">
            <a:avLst/>
          </a:prstGeom>
        </p:spPr>
      </p:pic>
      <p:sp>
        <p:nvSpPr>
          <p:cNvPr id="108" name="Breadcrumbs"/>
          <p:cNvSpPr>
            <a:spLocks/>
          </p:cNvSpPr>
          <p:nvPr/>
        </p:nvSpPr>
        <p:spPr bwMode="auto">
          <a:xfrm>
            <a:off x="119075" y="1220482"/>
            <a:ext cx="1671465" cy="203932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900" u="sng" dirty="0">
                <a:solidFill>
                  <a:srgbClr val="5B9BD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  <a:hlinkClick r:id="rId13" action="ppaction://hlinksldjump"/>
              </a:rPr>
              <a:t>Home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13" action="ppaction://hlinksldjump"/>
              </a:rPr>
              <a:t>  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»  </a:t>
            </a:r>
            <a:r>
              <a:rPr lang="es-E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17" action="ppaction://hlinksldjump"/>
              </a:rPr>
              <a:t>Mascotas</a:t>
            </a:r>
            <a:r>
              <a:rPr lang="es-E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»  Listado</a:t>
            </a:r>
            <a:endParaRPr lang="es-ES" sz="900" dirty="0">
              <a:solidFill>
                <a:srgbClr val="5F5F5F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9" name="Conector recto 108"/>
          <p:cNvCxnSpPr/>
          <p:nvPr/>
        </p:nvCxnSpPr>
        <p:spPr>
          <a:xfrm>
            <a:off x="2272" y="1442430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/>
          <p:cNvSpPr txBox="1"/>
          <p:nvPr/>
        </p:nvSpPr>
        <p:spPr>
          <a:xfrm>
            <a:off x="428164" y="1815154"/>
            <a:ext cx="8431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Mascotas en la zona de </a:t>
            </a:r>
            <a:r>
              <a:rPr lang="es-ES" b="1" i="1" dirty="0">
                <a:solidFill>
                  <a:schemeClr val="accent2">
                    <a:lumMod val="50000"/>
                  </a:schemeClr>
                </a:solidFill>
              </a:rPr>
              <a:t>Las Rozas </a:t>
            </a:r>
            <a:r>
              <a:rPr lang="es-ES" b="1" dirty="0"/>
              <a:t>que necesitan ser cuidadas los </a:t>
            </a:r>
            <a:r>
              <a:rPr lang="es-ES" b="1" i="1" dirty="0">
                <a:solidFill>
                  <a:schemeClr val="accent2">
                    <a:lumMod val="50000"/>
                  </a:schemeClr>
                </a:solidFill>
              </a:rPr>
              <a:t>lunes de 9:00 a 14:00  </a:t>
            </a:r>
            <a:endParaRPr lang="en-US" b="1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" name="Rectángulo redondeado 6">
            <a:hlinkClick r:id="rId17" action="ppaction://hlinksldjump"/>
          </p:cNvPr>
          <p:cNvSpPr/>
          <p:nvPr/>
        </p:nvSpPr>
        <p:spPr>
          <a:xfrm>
            <a:off x="8884301" y="1801506"/>
            <a:ext cx="2702256" cy="36933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Cambiar parámetros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518611" y="2551536"/>
            <a:ext cx="11084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Foto      Nombre	Descripción				Dueño        	Horario		Acciones</a:t>
            </a:r>
            <a:endParaRPr lang="en-US" b="1" i="1" dirty="0"/>
          </a:p>
        </p:txBody>
      </p:sp>
      <p:cxnSp>
        <p:nvCxnSpPr>
          <p:cNvPr id="22" name="Conector recto 21"/>
          <p:cNvCxnSpPr>
            <a:cxnSpLocks/>
          </p:cNvCxnSpPr>
          <p:nvPr/>
        </p:nvCxnSpPr>
        <p:spPr>
          <a:xfrm>
            <a:off x="2326612" y="2581226"/>
            <a:ext cx="27965" cy="27042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/>
          <p:cNvCxnSpPr>
            <a:cxnSpLocks/>
          </p:cNvCxnSpPr>
          <p:nvPr/>
        </p:nvCxnSpPr>
        <p:spPr>
          <a:xfrm>
            <a:off x="6915957" y="2597146"/>
            <a:ext cx="17883" cy="27147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/>
          <p:cNvCxnSpPr>
            <a:cxnSpLocks/>
          </p:cNvCxnSpPr>
          <p:nvPr/>
        </p:nvCxnSpPr>
        <p:spPr>
          <a:xfrm>
            <a:off x="8763202" y="2583498"/>
            <a:ext cx="7244" cy="27020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2" name="Triángulo isósceles 2051"/>
          <p:cNvSpPr/>
          <p:nvPr/>
        </p:nvSpPr>
        <p:spPr>
          <a:xfrm>
            <a:off x="8501609" y="2675208"/>
            <a:ext cx="177421" cy="1474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riángulo isósceles 49"/>
          <p:cNvSpPr/>
          <p:nvPr/>
        </p:nvSpPr>
        <p:spPr>
          <a:xfrm>
            <a:off x="10013424" y="2672294"/>
            <a:ext cx="177421" cy="1474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Resultado de imagen de simbolo ayuda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967" y="2653446"/>
            <a:ext cx="185619" cy="18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3" name="CuadroTexto 2052"/>
          <p:cNvSpPr txBox="1"/>
          <p:nvPr/>
        </p:nvSpPr>
        <p:spPr>
          <a:xfrm>
            <a:off x="2485228" y="3046363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un gato con un dueño un poco malvado que ha salido a capturar pitufos y necesito que 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53" name="CuadroTexto 52"/>
          <p:cNvSpPr txBox="1"/>
          <p:nvPr/>
        </p:nvSpPr>
        <p:spPr>
          <a:xfrm>
            <a:off x="1198008" y="3114356"/>
            <a:ext cx="797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err="1"/>
              <a:t>Asrael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54" name="CuadroTexto 53"/>
          <p:cNvSpPr txBox="1"/>
          <p:nvPr/>
        </p:nvSpPr>
        <p:spPr>
          <a:xfrm>
            <a:off x="7052553" y="3069803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B050"/>
                </a:solidFill>
              </a:rPr>
              <a:t>Anita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55" name="CuadroTexto 54"/>
          <p:cNvSpPr txBox="1"/>
          <p:nvPr/>
        </p:nvSpPr>
        <p:spPr>
          <a:xfrm>
            <a:off x="8780136" y="3067455"/>
            <a:ext cx="1465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9:00 – 10:00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2055" name="Conector recto 2054"/>
          <p:cNvCxnSpPr/>
          <p:nvPr/>
        </p:nvCxnSpPr>
        <p:spPr>
          <a:xfrm flipH="1">
            <a:off x="518611" y="2918226"/>
            <a:ext cx="11087235" cy="0"/>
          </a:xfrm>
          <a:prstGeom prst="line">
            <a:avLst/>
          </a:prstGeom>
          <a:ln w="254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62"/>
          <p:cNvCxnSpPr/>
          <p:nvPr/>
        </p:nvCxnSpPr>
        <p:spPr>
          <a:xfrm flipH="1">
            <a:off x="516263" y="3676678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/>
          <p:cNvSpPr txBox="1"/>
          <p:nvPr/>
        </p:nvSpPr>
        <p:spPr>
          <a:xfrm>
            <a:off x="2480532" y="3751888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un pobre gato que vive atormentado por un ratón muy violento, necesito un psicólogo gatuno….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65" name="CuadroTexto 64"/>
          <p:cNvSpPr txBox="1"/>
          <p:nvPr/>
        </p:nvSpPr>
        <p:spPr>
          <a:xfrm>
            <a:off x="1193312" y="3882961"/>
            <a:ext cx="797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Pica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66" name="CuadroTexto 65"/>
          <p:cNvSpPr txBox="1"/>
          <p:nvPr/>
        </p:nvSpPr>
        <p:spPr>
          <a:xfrm>
            <a:off x="7047857" y="3775328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>
                <a:solidFill>
                  <a:srgbClr val="00B050"/>
                </a:solidFill>
              </a:rPr>
              <a:t>Jose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67" name="CuadroTexto 66"/>
          <p:cNvSpPr txBox="1"/>
          <p:nvPr/>
        </p:nvSpPr>
        <p:spPr>
          <a:xfrm>
            <a:off x="8902440" y="3772980"/>
            <a:ext cx="159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68" name="Conector recto 67"/>
          <p:cNvCxnSpPr/>
          <p:nvPr/>
        </p:nvCxnSpPr>
        <p:spPr>
          <a:xfrm flipH="1">
            <a:off x="513915" y="3681997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uadroTexto 68"/>
          <p:cNvSpPr txBox="1"/>
          <p:nvPr/>
        </p:nvSpPr>
        <p:spPr>
          <a:xfrm>
            <a:off x="8775440" y="3772985"/>
            <a:ext cx="1465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9:30 – 10:30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1" name="CuadroTexto 70"/>
          <p:cNvSpPr txBox="1"/>
          <p:nvPr/>
        </p:nvSpPr>
        <p:spPr>
          <a:xfrm>
            <a:off x="2478184" y="4495129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un pececillo huérfano que necesita que le echen de comer esta semana porque mi padre ha salido….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72" name="CuadroTexto 71"/>
          <p:cNvSpPr txBox="1"/>
          <p:nvPr/>
        </p:nvSpPr>
        <p:spPr>
          <a:xfrm>
            <a:off x="1190964" y="4574454"/>
            <a:ext cx="797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Nemo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73" name="CuadroTexto 72"/>
          <p:cNvSpPr txBox="1"/>
          <p:nvPr/>
        </p:nvSpPr>
        <p:spPr>
          <a:xfrm>
            <a:off x="7045509" y="4518569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B050"/>
                </a:solidFill>
              </a:rPr>
              <a:t>Helena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74" name="CuadroTexto 73"/>
          <p:cNvSpPr txBox="1"/>
          <p:nvPr/>
        </p:nvSpPr>
        <p:spPr>
          <a:xfrm>
            <a:off x="8900092" y="4459952"/>
            <a:ext cx="159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75" name="Conector recto 74"/>
          <p:cNvCxnSpPr/>
          <p:nvPr/>
        </p:nvCxnSpPr>
        <p:spPr>
          <a:xfrm flipH="1">
            <a:off x="464885" y="4372012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uadroTexto 75"/>
          <p:cNvSpPr txBox="1"/>
          <p:nvPr/>
        </p:nvSpPr>
        <p:spPr>
          <a:xfrm>
            <a:off x="8781842" y="4516226"/>
            <a:ext cx="1596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10:00 – 11:00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0" name="CuadroTexto 79"/>
          <p:cNvSpPr txBox="1"/>
          <p:nvPr/>
        </p:nvSpPr>
        <p:spPr>
          <a:xfrm>
            <a:off x="8897744" y="5715190"/>
            <a:ext cx="159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81" name="Conector recto 80"/>
          <p:cNvCxnSpPr/>
          <p:nvPr/>
        </p:nvCxnSpPr>
        <p:spPr>
          <a:xfrm flipH="1">
            <a:off x="509219" y="5098139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/>
          <p:cNvCxnSpPr>
            <a:cxnSpLocks/>
          </p:cNvCxnSpPr>
          <p:nvPr/>
        </p:nvCxnSpPr>
        <p:spPr>
          <a:xfrm>
            <a:off x="10426902" y="2596198"/>
            <a:ext cx="16432" cy="268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ángulo redondeado 40">
            <a:hlinkClick r:id="rId19" action="ppaction://hlinksldjump"/>
          </p:cNvPr>
          <p:cNvSpPr/>
          <p:nvPr/>
        </p:nvSpPr>
        <p:spPr>
          <a:xfrm>
            <a:off x="10541000" y="3114355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Contactar</a:t>
            </a:r>
            <a:endParaRPr lang="en-US" b="1" dirty="0"/>
          </a:p>
        </p:txBody>
      </p:sp>
      <p:sp>
        <p:nvSpPr>
          <p:cNvPr id="43" name="Rectángulo redondeado 42">
            <a:hlinkClick r:id="rId19" action="ppaction://hlinksldjump"/>
          </p:cNvPr>
          <p:cNvSpPr/>
          <p:nvPr/>
        </p:nvSpPr>
        <p:spPr>
          <a:xfrm>
            <a:off x="10553700" y="3855630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Contactar</a:t>
            </a:r>
            <a:endParaRPr lang="en-US" b="1" dirty="0"/>
          </a:p>
        </p:txBody>
      </p:sp>
      <p:sp>
        <p:nvSpPr>
          <p:cNvPr id="44" name="Rectángulo redondeado 43">
            <a:hlinkClick r:id="rId19" action="ppaction://hlinksldjump"/>
          </p:cNvPr>
          <p:cNvSpPr/>
          <p:nvPr/>
        </p:nvSpPr>
        <p:spPr>
          <a:xfrm>
            <a:off x="10553700" y="4566830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Contactar</a:t>
            </a:r>
            <a:endParaRPr lang="en-US" b="1" dirty="0"/>
          </a:p>
        </p:txBody>
      </p:sp>
      <p:cxnSp>
        <p:nvCxnSpPr>
          <p:cNvPr id="110" name="Conector recto 109"/>
          <p:cNvCxnSpPr>
            <a:cxnSpLocks/>
          </p:cNvCxnSpPr>
          <p:nvPr/>
        </p:nvCxnSpPr>
        <p:spPr>
          <a:xfrm>
            <a:off x="1161384" y="2597146"/>
            <a:ext cx="43949" cy="26883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Resultado de imagen de azrael gato"/>
          <p:cNvPicPr>
            <a:picLocks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47" t="19319" r="2007" b="39845"/>
          <a:stretch/>
        </p:blipFill>
        <p:spPr bwMode="auto">
          <a:xfrm>
            <a:off x="570743" y="3029807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Resultado de imagen de pica gato simpsons"/>
          <p:cNvPicPr>
            <a:picLocks noChangeArrowheads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68" b="43024"/>
          <a:stretch/>
        </p:blipFill>
        <p:spPr bwMode="auto">
          <a:xfrm>
            <a:off x="682387" y="-731837"/>
            <a:ext cx="0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Resultado de imagen de pica gato simpsons"/>
          <p:cNvPicPr>
            <a:picLocks noChangeArrowheads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41" t="5036" r="10805" b="47502"/>
          <a:stretch/>
        </p:blipFill>
        <p:spPr bwMode="auto">
          <a:xfrm>
            <a:off x="574556" y="3765939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Resultado de imagen de nemo"/>
          <p:cNvPicPr>
            <a:picLocks noChangeArrowheads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20" t="1672"/>
          <a:stretch/>
        </p:blipFill>
        <p:spPr bwMode="auto">
          <a:xfrm>
            <a:off x="546799" y="4477774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n 15" descr="Icono&#10;&#10;Descripción generada automáticamente">
            <a:extLst>
              <a:ext uri="{FF2B5EF4-FFF2-40B4-BE49-F238E27FC236}">
                <a16:creationId xmlns:a16="http://schemas.microsoft.com/office/drawing/2014/main" id="{15D5E941-1F53-3C25-6379-E11E233F8096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4"/>
              </a:ext>
            </a:extLst>
          </a:blip>
          <a:stretch>
            <a:fillRect/>
          </a:stretch>
        </p:blipFill>
        <p:spPr>
          <a:xfrm>
            <a:off x="9954790" y="586317"/>
            <a:ext cx="533400" cy="533400"/>
          </a:xfrm>
          <a:prstGeom prst="rect">
            <a:avLst/>
          </a:prstGeom>
        </p:spPr>
      </p:pic>
      <p:sp>
        <p:nvSpPr>
          <p:cNvPr id="9" name="Modal Dialog Overlay">
            <a:extLst>
              <a:ext uri="{FF2B5EF4-FFF2-40B4-BE49-F238E27FC236}">
                <a16:creationId xmlns:a16="http://schemas.microsoft.com/office/drawing/2014/main" id="{3E25B893-678B-D236-5221-D8ABBE23CF95}"/>
              </a:ext>
            </a:extLst>
          </p:cNvPr>
          <p:cNvSpPr>
            <a:spLocks/>
          </p:cNvSpPr>
          <p:nvPr/>
        </p:nvSpPr>
        <p:spPr bwMode="auto">
          <a:xfrm>
            <a:off x="-32491" y="527476"/>
            <a:ext cx="12216825" cy="6334655"/>
          </a:xfrm>
          <a:prstGeom prst="rect">
            <a:avLst/>
          </a:prstGeom>
          <a:solidFill>
            <a:srgbClr val="808080">
              <a:alpha val="60000"/>
            </a:srgbClr>
          </a:solidFill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6B83690-6DE5-42E6-56D8-ABE607891D5F}"/>
              </a:ext>
            </a:extLst>
          </p:cNvPr>
          <p:cNvGrpSpPr/>
          <p:nvPr/>
        </p:nvGrpSpPr>
        <p:grpSpPr>
          <a:xfrm>
            <a:off x="3072384" y="2386584"/>
            <a:ext cx="5855368" cy="3560701"/>
            <a:chOff x="3168675" y="7034747"/>
            <a:chExt cx="5855368" cy="3560701"/>
          </a:xfrm>
        </p:grpSpPr>
        <p:sp>
          <p:nvSpPr>
            <p:cNvPr id="12" name="Rectángulo redondeado 112">
              <a:extLst>
                <a:ext uri="{FF2B5EF4-FFF2-40B4-BE49-F238E27FC236}">
                  <a16:creationId xmlns:a16="http://schemas.microsoft.com/office/drawing/2014/main" id="{6E5A5F49-5CC6-6331-2E6A-1684C8528DF7}"/>
                </a:ext>
              </a:extLst>
            </p:cNvPr>
            <p:cNvSpPr/>
            <p:nvPr/>
          </p:nvSpPr>
          <p:spPr>
            <a:xfrm>
              <a:off x="3168675" y="7034747"/>
              <a:ext cx="5855368" cy="3560701"/>
            </a:xfrm>
            <a:prstGeom prst="roundRect">
              <a:avLst>
                <a:gd name="adj" fmla="val 5403"/>
              </a:avLst>
            </a:prstGeom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7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s-ES" dirty="0"/>
                <a:t>   </a:t>
              </a:r>
            </a:p>
            <a:p>
              <a:pPr algn="ctr"/>
              <a:endParaRPr lang="es-ES" sz="2400" dirty="0"/>
            </a:p>
            <a:p>
              <a:pPr algn="ctr"/>
              <a:endParaRPr lang="es-ES" sz="2400" dirty="0"/>
            </a:p>
            <a:p>
              <a:pPr algn="ctr"/>
              <a:r>
                <a:rPr lang="es-ES" sz="2400" dirty="0"/>
                <a:t>¡Tu mensaje ha sido enviado!</a:t>
              </a:r>
            </a:p>
            <a:p>
              <a:pPr algn="ctr"/>
              <a:r>
                <a:rPr lang="es-ES" dirty="0"/>
                <a:t>El dueño de </a:t>
              </a:r>
              <a:r>
                <a:rPr lang="es-ES" b="1" dirty="0" err="1">
                  <a:solidFill>
                    <a:schemeClr val="accent2">
                      <a:lumMod val="50000"/>
                    </a:schemeClr>
                  </a:solidFill>
                </a:rPr>
                <a:t>Asrael</a:t>
              </a:r>
              <a:r>
                <a:rPr lang="es-ES" b="1" dirty="0">
                  <a:solidFill>
                    <a:schemeClr val="accent2">
                      <a:lumMod val="50000"/>
                    </a:schemeClr>
                  </a:solidFill>
                </a:rPr>
                <a:t> </a:t>
              </a:r>
              <a:r>
                <a:rPr lang="es-ES" dirty="0">
                  <a:solidFill>
                    <a:schemeClr val="tx1"/>
                  </a:solidFill>
                </a:rPr>
                <a:t>le contestará próximamente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13" name="Picture 2" descr="Resultado de imagen de tick verde">
              <a:extLst>
                <a:ext uri="{FF2B5EF4-FFF2-40B4-BE49-F238E27FC236}">
                  <a16:creationId xmlns:a16="http://schemas.microsoft.com/office/drawing/2014/main" id="{3490E31A-5C6D-538A-1618-D3830B4538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4739" y="7318354"/>
              <a:ext cx="1956138" cy="14650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Rectángulo redondeado 114">
              <a:hlinkClick r:id="rId13" action="ppaction://hlinksldjump"/>
              <a:extLst>
                <a:ext uri="{FF2B5EF4-FFF2-40B4-BE49-F238E27FC236}">
                  <a16:creationId xmlns:a16="http://schemas.microsoft.com/office/drawing/2014/main" id="{00E7B48F-B741-49E9-3F11-D33773318BDC}"/>
                </a:ext>
              </a:extLst>
            </p:cNvPr>
            <p:cNvSpPr/>
            <p:nvPr/>
          </p:nvSpPr>
          <p:spPr>
            <a:xfrm>
              <a:off x="5021174" y="9970623"/>
              <a:ext cx="2175415" cy="398760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b="1" dirty="0"/>
                <a:t>Volver a inicio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422067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Browser" descr="&lt;SmartSettings&gt;&lt;SmartResize enabled=&quot;True&quot; minWidth=&quot;140&quot; minHeight=&quot;5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-16574" y="-8423"/>
            <a:ext cx="12208573" cy="6866424"/>
            <a:chOff x="595684" y="1261241"/>
            <a:chExt cx="6668462" cy="4352545"/>
          </a:xfrm>
        </p:grpSpPr>
        <p:sp>
          <p:nvSpPr>
            <p:cNvPr id="89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595684" y="1600363"/>
              <a:ext cx="6668462" cy="401342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0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595685" y="1261241"/>
              <a:ext cx="6668461" cy="3404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91" name="Menu Button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134212" y="1456200"/>
              <a:ext cx="81508" cy="71447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2" name="Close Button" descr="&lt;SmartSettings&gt;&lt;SmartResize anchorLeft=&quot;None&quot; anchorTop=&quot;Absolute&quot; anchorRight=&quot;Absolute&quot; anchorBottom=&quot;None&quot; /&gt;&lt;/SmartSettings&gt;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148958" y="1306404"/>
              <a:ext cx="53761" cy="60378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3" name="Address Box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6"/>
              </p:custDataLst>
            </p:nvPr>
          </p:nvSpPr>
          <p:spPr>
            <a:xfrm>
              <a:off x="1088867" y="1416571"/>
              <a:ext cx="5996919" cy="150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www.cuidandoapancho.com/encuentraCuidador?ubicacion=LasRozas&amp;hora=M15.16</a:t>
              </a:r>
            </a:p>
          </p:txBody>
        </p:sp>
        <p:sp>
          <p:nvSpPr>
            <p:cNvPr id="94" name="Document Icon" descr="&lt;SmartSettings&gt;&lt;SmartResize anchorLeft=&quot;Absolute&quot; anchorTop=&quot;Absolute&quot; anchorRight=&quot;None&quot; anchorBottom=&quot;None&quot; /&gt;&lt;/SmartSettings&gt;"/>
            <p:cNvSpPr>
              <a:spLocks noChangeAspect="1"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1130447" y="1449659"/>
              <a:ext cx="51160" cy="84529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95" name="Navigation Buttons"/>
            <p:cNvGrpSpPr/>
            <p:nvPr/>
          </p:nvGrpSpPr>
          <p:grpSpPr>
            <a:xfrm>
              <a:off x="664460" y="1437080"/>
              <a:ext cx="350313" cy="109687"/>
              <a:chOff x="664460" y="1437080"/>
              <a:chExt cx="350313" cy="109687"/>
            </a:xfrm>
          </p:grpSpPr>
          <p:sp>
            <p:nvSpPr>
              <p:cNvPr id="96" name="Back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664460" y="1453684"/>
                <a:ext cx="83243" cy="76479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7" name="Forwar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796260" y="1453684"/>
                <a:ext cx="83243" cy="76479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8" name="Reloa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928062" y="1437080"/>
                <a:ext cx="86711" cy="109687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99" name="Imagen 98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" y="549049"/>
            <a:ext cx="2391284" cy="561746"/>
          </a:xfrm>
          <a:prstGeom prst="rect">
            <a:avLst/>
          </a:prstGeom>
        </p:spPr>
      </p:pic>
      <p:cxnSp>
        <p:nvCxnSpPr>
          <p:cNvPr id="100" name="Conector recto 99"/>
          <p:cNvCxnSpPr/>
          <p:nvPr/>
        </p:nvCxnSpPr>
        <p:spPr>
          <a:xfrm>
            <a:off x="0" y="1139902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ángulo 100"/>
          <p:cNvSpPr/>
          <p:nvPr/>
        </p:nvSpPr>
        <p:spPr>
          <a:xfrm>
            <a:off x="-16574" y="6630664"/>
            <a:ext cx="12208574" cy="228600"/>
          </a:xfrm>
          <a:prstGeom prst="rect">
            <a:avLst/>
          </a:prstGeom>
          <a:gradFill>
            <a:gsLst>
              <a:gs pos="0">
                <a:schemeClr val="bg1"/>
              </a:gs>
              <a:gs pos="33000">
                <a:schemeClr val="bg2"/>
              </a:gs>
              <a:gs pos="84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>
                <a:solidFill>
                  <a:schemeClr val="tx1"/>
                </a:solidFill>
              </a:rPr>
              <a:t>© Ningún derecho reservado - 2017</a:t>
            </a:r>
            <a:endParaRPr lang="en-US" sz="1050" dirty="0">
              <a:solidFill>
                <a:schemeClr val="tx1"/>
              </a:solidFill>
            </a:endParaRPr>
          </a:p>
        </p:txBody>
      </p:sp>
      <p:grpSp>
        <p:nvGrpSpPr>
          <p:cNvPr id="102" name="Grupo 101"/>
          <p:cNvGrpSpPr/>
          <p:nvPr/>
        </p:nvGrpSpPr>
        <p:grpSpPr>
          <a:xfrm>
            <a:off x="10475610" y="622021"/>
            <a:ext cx="1553119" cy="415801"/>
            <a:chOff x="4519718" y="8223232"/>
            <a:chExt cx="1553119" cy="415801"/>
          </a:xfrm>
        </p:grpSpPr>
        <p:grpSp>
          <p:nvGrpSpPr>
            <p:cNvPr id="103" name="Grupo 102"/>
            <p:cNvGrpSpPr/>
            <p:nvPr/>
          </p:nvGrpSpPr>
          <p:grpSpPr>
            <a:xfrm>
              <a:off x="4519718" y="8256590"/>
              <a:ext cx="1460954" cy="321425"/>
              <a:chOff x="4519718" y="8256590"/>
              <a:chExt cx="1460954" cy="321425"/>
            </a:xfrm>
          </p:grpSpPr>
          <p:pic>
            <p:nvPicPr>
              <p:cNvPr id="105" name="Picture 2" descr="Resultado de imagen de icono silueta usuario web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78842" y="8276185"/>
                <a:ext cx="301830" cy="3018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6" name="CuadroTexto 105"/>
              <p:cNvSpPr txBox="1"/>
              <p:nvPr/>
            </p:nvSpPr>
            <p:spPr>
              <a:xfrm>
                <a:off x="4519718" y="8256590"/>
                <a:ext cx="99815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400" i="1" dirty="0"/>
                  <a:t>Hola, Anita</a:t>
                </a:r>
                <a:endParaRPr lang="en-US" sz="1400" i="1" dirty="0"/>
              </a:p>
            </p:txBody>
          </p:sp>
        </p:grpSp>
        <p:sp>
          <p:nvSpPr>
            <p:cNvPr id="104" name="Elipse 103"/>
            <p:cNvSpPr/>
            <p:nvPr/>
          </p:nvSpPr>
          <p:spPr>
            <a:xfrm>
              <a:off x="5595581" y="8223232"/>
              <a:ext cx="477256" cy="4158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CuadroTexto 5"/>
          <p:cNvSpPr txBox="1"/>
          <p:nvPr/>
        </p:nvSpPr>
        <p:spPr>
          <a:xfrm>
            <a:off x="464022" y="1842450"/>
            <a:ext cx="805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Cuidadores en la zona de </a:t>
            </a:r>
            <a:r>
              <a:rPr lang="es-ES" b="1" i="1" dirty="0">
                <a:solidFill>
                  <a:schemeClr val="accent2">
                    <a:lumMod val="50000"/>
                  </a:schemeClr>
                </a:solidFill>
              </a:rPr>
              <a:t>Las Rozas </a:t>
            </a:r>
            <a:r>
              <a:rPr lang="es-ES" b="1" dirty="0"/>
              <a:t>con disponibilidad los </a:t>
            </a:r>
            <a:r>
              <a:rPr lang="es-ES" b="1" i="1" dirty="0">
                <a:solidFill>
                  <a:schemeClr val="accent2">
                    <a:lumMod val="50000"/>
                  </a:schemeClr>
                </a:solidFill>
              </a:rPr>
              <a:t>martes de 15:00 a 16:00  </a:t>
            </a:r>
            <a:endParaRPr lang="en-US" b="1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" name="Rectángulo redondeado 6">
            <a:hlinkClick r:id="rId16" action="ppaction://hlinksldjump"/>
          </p:cNvPr>
          <p:cNvSpPr/>
          <p:nvPr/>
        </p:nvSpPr>
        <p:spPr>
          <a:xfrm>
            <a:off x="8740869" y="1828802"/>
            <a:ext cx="2702256" cy="36933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Cambiar parámetros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518611" y="2551536"/>
            <a:ext cx="10849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Foto       Nombre		Descripción				PanchoPuntos	Tarifa </a:t>
            </a:r>
            <a:r>
              <a:rPr lang="es-ES" sz="1600" b="1" i="1" dirty="0"/>
              <a:t>(€/30min.)</a:t>
            </a:r>
            <a:endParaRPr lang="en-US" b="1" i="1" dirty="0"/>
          </a:p>
        </p:txBody>
      </p:sp>
      <p:cxnSp>
        <p:nvCxnSpPr>
          <p:cNvPr id="22" name="Conector recto 21"/>
          <p:cNvCxnSpPr/>
          <p:nvPr/>
        </p:nvCxnSpPr>
        <p:spPr>
          <a:xfrm>
            <a:off x="3234517" y="2581226"/>
            <a:ext cx="27295" cy="4037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8" name="Imagen 2047"/>
          <p:cNvPicPr>
            <a:picLocks noChangeAspect="1"/>
          </p:cNvPicPr>
          <p:nvPr/>
        </p:nvPicPr>
        <p:blipFill rotWithShape="1">
          <a:blip r:embed="rId17"/>
          <a:srcRect l="47755" t="6460" r="51669" b="8619"/>
          <a:stretch/>
        </p:blipFill>
        <p:spPr>
          <a:xfrm>
            <a:off x="11996383" y="1496562"/>
            <a:ext cx="166515" cy="5120640"/>
          </a:xfrm>
          <a:prstGeom prst="rect">
            <a:avLst/>
          </a:prstGeom>
        </p:spPr>
      </p:pic>
      <p:cxnSp>
        <p:nvCxnSpPr>
          <p:cNvPr id="46" name="Conector recto 45"/>
          <p:cNvCxnSpPr/>
          <p:nvPr/>
        </p:nvCxnSpPr>
        <p:spPr>
          <a:xfrm>
            <a:off x="7808797" y="2597146"/>
            <a:ext cx="27295" cy="4037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/>
          <p:cNvCxnSpPr/>
          <p:nvPr/>
        </p:nvCxnSpPr>
        <p:spPr>
          <a:xfrm>
            <a:off x="9664902" y="2583498"/>
            <a:ext cx="27295" cy="4037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2" name="Triángulo isósceles 2051"/>
          <p:cNvSpPr/>
          <p:nvPr/>
        </p:nvSpPr>
        <p:spPr>
          <a:xfrm>
            <a:off x="9403309" y="2675208"/>
            <a:ext cx="177421" cy="1474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riángulo isósceles 49"/>
          <p:cNvSpPr/>
          <p:nvPr/>
        </p:nvSpPr>
        <p:spPr>
          <a:xfrm>
            <a:off x="11283424" y="2672294"/>
            <a:ext cx="177421" cy="1474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Resultado de imagen de simbolo ayuda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7667" y="2653446"/>
            <a:ext cx="185619" cy="18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3" name="CuadroTexto 2052"/>
          <p:cNvSpPr txBox="1"/>
          <p:nvPr/>
        </p:nvSpPr>
        <p:spPr>
          <a:xfrm>
            <a:off x="3386928" y="3046363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un gran escritor de ciencia ficción pero también me encantan los perros y me gustaría cuidar de….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53" name="CuadroTexto 52"/>
          <p:cNvSpPr txBox="1"/>
          <p:nvPr/>
        </p:nvSpPr>
        <p:spPr>
          <a:xfrm>
            <a:off x="1266247" y="3155299"/>
            <a:ext cx="1976271" cy="310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Isaac Asimov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54" name="CuadroTexto 53"/>
          <p:cNvSpPr txBox="1"/>
          <p:nvPr/>
        </p:nvSpPr>
        <p:spPr>
          <a:xfrm>
            <a:off x="7954253" y="3097099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B050"/>
                </a:solidFill>
              </a:rPr>
              <a:t>1650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55" name="CuadroTexto 54"/>
          <p:cNvSpPr txBox="1"/>
          <p:nvPr/>
        </p:nvSpPr>
        <p:spPr>
          <a:xfrm>
            <a:off x="9935836" y="3094751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6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6" name="CuadroTexto 55"/>
          <p:cNvSpPr txBox="1"/>
          <p:nvPr/>
        </p:nvSpPr>
        <p:spPr>
          <a:xfrm>
            <a:off x="3384580" y="3760637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el creador de C, no soy tan conocido como Bill Gates o Steve Jobs, pero puedo cuidar de tu mascota….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57" name="CuadroTexto 56"/>
          <p:cNvSpPr txBox="1"/>
          <p:nvPr/>
        </p:nvSpPr>
        <p:spPr>
          <a:xfrm>
            <a:off x="1263899" y="3897709"/>
            <a:ext cx="1976271" cy="310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Dennis Ritchie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58" name="CuadroTexto 57"/>
          <p:cNvSpPr txBox="1"/>
          <p:nvPr/>
        </p:nvSpPr>
        <p:spPr>
          <a:xfrm>
            <a:off x="7951905" y="3784077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B050"/>
                </a:solidFill>
              </a:rPr>
              <a:t>1200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59" name="CuadroTexto 58"/>
          <p:cNvSpPr txBox="1"/>
          <p:nvPr/>
        </p:nvSpPr>
        <p:spPr>
          <a:xfrm>
            <a:off x="9933488" y="3781729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6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2055" name="Conector recto 2054"/>
          <p:cNvCxnSpPr/>
          <p:nvPr/>
        </p:nvCxnSpPr>
        <p:spPr>
          <a:xfrm flipH="1">
            <a:off x="518611" y="2918226"/>
            <a:ext cx="11087235" cy="0"/>
          </a:xfrm>
          <a:prstGeom prst="line">
            <a:avLst/>
          </a:prstGeom>
          <a:ln w="254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62"/>
          <p:cNvCxnSpPr/>
          <p:nvPr/>
        </p:nvCxnSpPr>
        <p:spPr>
          <a:xfrm flipH="1">
            <a:off x="516263" y="3676678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/>
          <p:cNvSpPr txBox="1"/>
          <p:nvPr/>
        </p:nvSpPr>
        <p:spPr>
          <a:xfrm>
            <a:off x="3382232" y="4447609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un estudiante de 16 años y tengo casi todas las tardes libres, puedo cuidar de tu mascota….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65" name="CuadroTexto 64"/>
          <p:cNvSpPr txBox="1"/>
          <p:nvPr/>
        </p:nvSpPr>
        <p:spPr>
          <a:xfrm>
            <a:off x="1261551" y="4606925"/>
            <a:ext cx="1976271" cy="310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Lope López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66" name="CuadroTexto 65"/>
          <p:cNvSpPr txBox="1"/>
          <p:nvPr/>
        </p:nvSpPr>
        <p:spPr>
          <a:xfrm>
            <a:off x="7949557" y="4471049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B050"/>
                </a:solidFill>
              </a:rPr>
              <a:t>1850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67" name="CuadroTexto 66"/>
          <p:cNvSpPr txBox="1"/>
          <p:nvPr/>
        </p:nvSpPr>
        <p:spPr>
          <a:xfrm>
            <a:off x="9804140" y="4468701"/>
            <a:ext cx="159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68" name="Conector recto 67"/>
          <p:cNvCxnSpPr/>
          <p:nvPr/>
        </p:nvCxnSpPr>
        <p:spPr>
          <a:xfrm flipH="1">
            <a:off x="513915" y="4377718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uadroTexto 68"/>
          <p:cNvSpPr txBox="1"/>
          <p:nvPr/>
        </p:nvSpPr>
        <p:spPr>
          <a:xfrm>
            <a:off x="9842240" y="4468706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7,5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1" name="CuadroTexto 70"/>
          <p:cNvSpPr txBox="1"/>
          <p:nvPr/>
        </p:nvSpPr>
        <p:spPr>
          <a:xfrm>
            <a:off x="3379884" y="5190850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un estudiante </a:t>
            </a:r>
            <a:r>
              <a:rPr lang="es-ES" sz="1400"/>
              <a:t>de la ETSISI </a:t>
            </a:r>
            <a:r>
              <a:rPr lang="es-ES" sz="1400" dirty="0"/>
              <a:t>por lo que tengo muy poca disponibilidad, pero me gusta mucho cuidar….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72" name="CuadroTexto 71"/>
          <p:cNvSpPr txBox="1"/>
          <p:nvPr/>
        </p:nvSpPr>
        <p:spPr>
          <a:xfrm>
            <a:off x="1259203" y="5257474"/>
            <a:ext cx="1976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Fernando Fernández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73" name="CuadroTexto 72"/>
          <p:cNvSpPr txBox="1"/>
          <p:nvPr/>
        </p:nvSpPr>
        <p:spPr>
          <a:xfrm>
            <a:off x="7947209" y="5214290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B050"/>
                </a:solidFill>
              </a:rPr>
              <a:t>450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74" name="CuadroTexto 73"/>
          <p:cNvSpPr txBox="1"/>
          <p:nvPr/>
        </p:nvSpPr>
        <p:spPr>
          <a:xfrm>
            <a:off x="9801792" y="5155673"/>
            <a:ext cx="159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75" name="Conector recto 74"/>
          <p:cNvCxnSpPr/>
          <p:nvPr/>
        </p:nvCxnSpPr>
        <p:spPr>
          <a:xfrm flipH="1">
            <a:off x="511567" y="5064690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uadroTexto 75"/>
          <p:cNvSpPr txBox="1"/>
          <p:nvPr/>
        </p:nvSpPr>
        <p:spPr>
          <a:xfrm>
            <a:off x="9839892" y="5211947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7,5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7" name="CuadroTexto 76"/>
          <p:cNvSpPr txBox="1"/>
          <p:nvPr/>
        </p:nvSpPr>
        <p:spPr>
          <a:xfrm>
            <a:off x="3377536" y="5962229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estudiante de veterinaria y desde hace años cuido mascotas a través de esta web, que es genial….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78" name="CuadroTexto 77"/>
          <p:cNvSpPr txBox="1"/>
          <p:nvPr/>
        </p:nvSpPr>
        <p:spPr>
          <a:xfrm>
            <a:off x="1256855" y="6016153"/>
            <a:ext cx="1976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Encantador de Panchos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79" name="CuadroTexto 78"/>
          <p:cNvSpPr txBox="1"/>
          <p:nvPr/>
        </p:nvSpPr>
        <p:spPr>
          <a:xfrm>
            <a:off x="7944861" y="5985669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B050"/>
                </a:solidFill>
              </a:rPr>
              <a:t>2400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80" name="CuadroTexto 79"/>
          <p:cNvSpPr txBox="1"/>
          <p:nvPr/>
        </p:nvSpPr>
        <p:spPr>
          <a:xfrm>
            <a:off x="9799444" y="5687894"/>
            <a:ext cx="159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81" name="Conector recto 80"/>
          <p:cNvCxnSpPr/>
          <p:nvPr/>
        </p:nvCxnSpPr>
        <p:spPr>
          <a:xfrm flipH="1">
            <a:off x="509219" y="5793860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CuadroTexto 81"/>
          <p:cNvSpPr txBox="1"/>
          <p:nvPr/>
        </p:nvSpPr>
        <p:spPr>
          <a:xfrm>
            <a:off x="9871852" y="5983326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10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Rectángulo redondeado 1">
            <a:hlinkClick r:id="rId19" action="ppaction://hlinksldjump"/>
          </p:cNvPr>
          <p:cNvSpPr/>
          <p:nvPr/>
        </p:nvSpPr>
        <p:spPr>
          <a:xfrm>
            <a:off x="10426700" y="3114355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Contratar</a:t>
            </a:r>
            <a:endParaRPr lang="en-US" b="1" dirty="0"/>
          </a:p>
        </p:txBody>
      </p:sp>
      <p:sp>
        <p:nvSpPr>
          <p:cNvPr id="41" name="Rectángulo redondeado 40">
            <a:hlinkClick r:id="rId19" action="ppaction://hlinksldjump"/>
          </p:cNvPr>
          <p:cNvSpPr/>
          <p:nvPr/>
        </p:nvSpPr>
        <p:spPr>
          <a:xfrm>
            <a:off x="10425538" y="3814298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Contratar</a:t>
            </a:r>
            <a:endParaRPr lang="en-US" b="1" dirty="0"/>
          </a:p>
        </p:txBody>
      </p:sp>
      <p:sp>
        <p:nvSpPr>
          <p:cNvPr id="42" name="Rectángulo redondeado 41">
            <a:hlinkClick r:id="rId19" action="ppaction://hlinksldjump"/>
          </p:cNvPr>
          <p:cNvSpPr/>
          <p:nvPr/>
        </p:nvSpPr>
        <p:spPr>
          <a:xfrm>
            <a:off x="10425538" y="4525498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Contratar</a:t>
            </a:r>
            <a:endParaRPr lang="en-US" b="1" dirty="0"/>
          </a:p>
        </p:txBody>
      </p:sp>
      <p:sp>
        <p:nvSpPr>
          <p:cNvPr id="43" name="Rectángulo redondeado 42">
            <a:hlinkClick r:id="rId19" action="ppaction://hlinksldjump"/>
          </p:cNvPr>
          <p:cNvSpPr/>
          <p:nvPr/>
        </p:nvSpPr>
        <p:spPr>
          <a:xfrm>
            <a:off x="10444216" y="5262184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Contratar</a:t>
            </a:r>
            <a:endParaRPr lang="en-US" b="1" dirty="0"/>
          </a:p>
        </p:txBody>
      </p:sp>
      <p:sp>
        <p:nvSpPr>
          <p:cNvPr id="44" name="Rectángulo redondeado 43">
            <a:hlinkClick r:id="rId19" action="ppaction://hlinksldjump"/>
          </p:cNvPr>
          <p:cNvSpPr/>
          <p:nvPr/>
        </p:nvSpPr>
        <p:spPr>
          <a:xfrm>
            <a:off x="10444216" y="6024184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Contratar</a:t>
            </a:r>
            <a:endParaRPr lang="en-US" b="1" dirty="0"/>
          </a:p>
        </p:txBody>
      </p:sp>
      <p:pic>
        <p:nvPicPr>
          <p:cNvPr id="4098" name="Picture 2" descr="Imagen relacionada"/>
          <p:cNvPicPr>
            <a:picLocks noChangeAspect="1" noChangeArrowheads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56" r="24739" b="20477"/>
          <a:stretch/>
        </p:blipFill>
        <p:spPr bwMode="auto">
          <a:xfrm>
            <a:off x="576556" y="3073659"/>
            <a:ext cx="512064" cy="507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esultado de imagen de dennis ritchie"/>
          <p:cNvPicPr>
            <a:picLocks noChangeArrowheads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0" t="9479" r="29964" b="8730"/>
          <a:stretch/>
        </p:blipFill>
        <p:spPr bwMode="auto">
          <a:xfrm>
            <a:off x="585879" y="3791501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Resultado de imagen"/>
          <p:cNvPicPr>
            <a:picLocks noChangeArrowheads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78" r="40393" b="41254"/>
          <a:stretch/>
        </p:blipFill>
        <p:spPr bwMode="auto">
          <a:xfrm>
            <a:off x="576556" y="5929511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Resultado de imagen de adolescente con cara pixelada"/>
          <p:cNvPicPr>
            <a:picLocks noChangeArrowheads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00" r="50899" b="48012"/>
          <a:stretch/>
        </p:blipFill>
        <p:spPr bwMode="auto">
          <a:xfrm>
            <a:off x="576556" y="4512731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Resultado de imagen de adolescente"/>
          <p:cNvPicPr>
            <a:picLocks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08" r="22483" b="14023"/>
          <a:stretch/>
        </p:blipFill>
        <p:spPr bwMode="auto">
          <a:xfrm>
            <a:off x="576556" y="5179512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7" name="Conector recto 86"/>
          <p:cNvCxnSpPr/>
          <p:nvPr/>
        </p:nvCxnSpPr>
        <p:spPr>
          <a:xfrm>
            <a:off x="1189623" y="2583498"/>
            <a:ext cx="27295" cy="4037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Breadcrumbs"/>
          <p:cNvSpPr>
            <a:spLocks/>
          </p:cNvSpPr>
          <p:nvPr/>
        </p:nvSpPr>
        <p:spPr bwMode="auto">
          <a:xfrm>
            <a:off x="119075" y="1220482"/>
            <a:ext cx="1735585" cy="203932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900" u="sng" dirty="0">
                <a:solidFill>
                  <a:srgbClr val="5B9BD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  <a:hlinkClick r:id="rId13" action="ppaction://hlinksldjump"/>
              </a:rPr>
              <a:t>Home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13" action="ppaction://hlinksldjump"/>
              </a:rPr>
              <a:t>  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»  </a:t>
            </a:r>
            <a:r>
              <a:rPr lang="es-E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16" action="ppaction://hlinksldjump"/>
              </a:rPr>
              <a:t>Cuidadores 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»  Listado</a:t>
            </a:r>
            <a:endParaRPr lang="es-ES" sz="900" dirty="0">
              <a:solidFill>
                <a:srgbClr val="5F5F5F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8" name="Conector recto 107"/>
          <p:cNvCxnSpPr/>
          <p:nvPr/>
        </p:nvCxnSpPr>
        <p:spPr>
          <a:xfrm>
            <a:off x="2272" y="1442430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o 3"/>
          <p:cNvGrpSpPr/>
          <p:nvPr/>
        </p:nvGrpSpPr>
        <p:grpSpPr>
          <a:xfrm>
            <a:off x="9939938" y="561011"/>
            <a:ext cx="533400" cy="533400"/>
            <a:chOff x="9939938" y="561011"/>
            <a:chExt cx="533400" cy="533400"/>
          </a:xfrm>
        </p:grpSpPr>
        <p:pic>
          <p:nvPicPr>
            <p:cNvPr id="83" name="Imagen 82" descr="Icono&#10;&#10;Descripción generada automáticamente">
              <a:hlinkClick r:id="rId25" action="ppaction://hlinksldjump"/>
              <a:extLst>
                <a:ext uri="{FF2B5EF4-FFF2-40B4-BE49-F238E27FC236}">
                  <a16:creationId xmlns:a16="http://schemas.microsoft.com/office/drawing/2014/main" id="{BA0D6F8A-7FC7-F179-BE1F-E2116B31DC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27"/>
                </a:ext>
              </a:extLst>
            </a:blip>
            <a:stretch>
              <a:fillRect/>
            </a:stretch>
          </p:blipFill>
          <p:spPr>
            <a:xfrm>
              <a:off x="9939938" y="561011"/>
              <a:ext cx="533400" cy="533400"/>
            </a:xfrm>
            <a:prstGeom prst="rect">
              <a:avLst/>
            </a:prstGeom>
          </p:spPr>
        </p:pic>
        <p:sp>
          <p:nvSpPr>
            <p:cNvPr id="84" name="CuadroTexto 83">
              <a:hlinkClick r:id="rId25" action="ppaction://hlinksldjump"/>
              <a:extLst>
                <a:ext uri="{FF2B5EF4-FFF2-40B4-BE49-F238E27FC236}">
                  <a16:creationId xmlns:a16="http://schemas.microsoft.com/office/drawing/2014/main" id="{D1362C77-4AF8-2E74-3BC4-37BA3B3D3853}"/>
                </a:ext>
              </a:extLst>
            </p:cNvPr>
            <p:cNvSpPr txBox="1"/>
            <p:nvPr/>
          </p:nvSpPr>
          <p:spPr>
            <a:xfrm>
              <a:off x="10052836" y="64497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86" name="Rectángulo redondeado 84">
            <a:extLst>
              <a:ext uri="{FF2B5EF4-FFF2-40B4-BE49-F238E27FC236}">
                <a16:creationId xmlns:a16="http://schemas.microsoft.com/office/drawing/2014/main" id="{A4F213ED-86B2-E63D-7A6F-08F6F8CA49D6}"/>
              </a:ext>
            </a:extLst>
          </p:cNvPr>
          <p:cNvSpPr/>
          <p:nvPr/>
        </p:nvSpPr>
        <p:spPr>
          <a:xfrm>
            <a:off x="2949761" y="1273893"/>
            <a:ext cx="5855368" cy="3560701"/>
          </a:xfrm>
          <a:prstGeom prst="roundRect">
            <a:avLst>
              <a:gd name="adj" fmla="val 5403"/>
            </a:avLst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s-ES" dirty="0"/>
              <a:t>   </a:t>
            </a:r>
          </a:p>
          <a:p>
            <a:r>
              <a:rPr lang="es-ES" dirty="0"/>
              <a:t>   Mensaje de </a:t>
            </a:r>
            <a:r>
              <a:rPr lang="es-ES" b="1" dirty="0">
                <a:solidFill>
                  <a:schemeClr val="accent2">
                    <a:lumMod val="50000"/>
                  </a:schemeClr>
                </a:solidFill>
              </a:rPr>
              <a:t>Pepito</a:t>
            </a:r>
            <a:endParaRPr 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3A678966-6AAA-1462-9D34-5AE07356D7B7}"/>
              </a:ext>
            </a:extLst>
          </p:cNvPr>
          <p:cNvGrpSpPr/>
          <p:nvPr/>
        </p:nvGrpSpPr>
        <p:grpSpPr>
          <a:xfrm>
            <a:off x="-23994" y="512740"/>
            <a:ext cx="12216825" cy="6334655"/>
            <a:chOff x="106332" y="1613079"/>
            <a:chExt cx="12216825" cy="6334655"/>
          </a:xfrm>
        </p:grpSpPr>
        <p:sp>
          <p:nvSpPr>
            <p:cNvPr id="110" name="Modal Dialog Overlay">
              <a:extLst>
                <a:ext uri="{FF2B5EF4-FFF2-40B4-BE49-F238E27FC236}">
                  <a16:creationId xmlns:a16="http://schemas.microsoft.com/office/drawing/2014/main" id="{3A5AC516-B63D-2035-9C65-64C15A8225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32" y="1613079"/>
              <a:ext cx="12216825" cy="6334655"/>
            </a:xfrm>
            <a:prstGeom prst="rect">
              <a:avLst/>
            </a:prstGeom>
            <a:solidFill>
              <a:srgbClr val="808080">
                <a:alpha val="60000"/>
              </a:srgbClr>
            </a:solidFill>
            <a:ln w="635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1" name="Rectángulo redondeado 84">
              <a:extLst>
                <a:ext uri="{FF2B5EF4-FFF2-40B4-BE49-F238E27FC236}">
                  <a16:creationId xmlns:a16="http://schemas.microsoft.com/office/drawing/2014/main" id="{A4F213ED-86B2-E63D-7A6F-08F6F8CA49D6}"/>
                </a:ext>
              </a:extLst>
            </p:cNvPr>
            <p:cNvSpPr/>
            <p:nvPr/>
          </p:nvSpPr>
          <p:spPr>
            <a:xfrm>
              <a:off x="3080087" y="2374232"/>
              <a:ext cx="5855368" cy="3560701"/>
            </a:xfrm>
            <a:prstGeom prst="roundRect">
              <a:avLst>
                <a:gd name="adj" fmla="val 5403"/>
              </a:avLst>
            </a:prstGeom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7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s-ES" dirty="0"/>
                <a:t>   </a:t>
              </a:r>
            </a:p>
            <a:p>
              <a:r>
                <a:rPr lang="es-ES" dirty="0"/>
                <a:t>   Mensaje de </a:t>
              </a:r>
              <a:r>
                <a:rPr lang="es-ES" b="1" dirty="0">
                  <a:solidFill>
                    <a:schemeClr val="accent2">
                      <a:lumMod val="50000"/>
                    </a:schemeClr>
                  </a:solidFill>
                </a:rPr>
                <a:t>Pepito</a:t>
              </a:r>
              <a:endParaRPr lang="en-US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112" name="Rectángulo redondeado 85">
              <a:hlinkClick r:id="rId28" action="ppaction://hlinksldjump"/>
              <a:extLst>
                <a:ext uri="{FF2B5EF4-FFF2-40B4-BE49-F238E27FC236}">
                  <a16:creationId xmlns:a16="http://schemas.microsoft.com/office/drawing/2014/main" id="{B4DA0A8B-7A8D-037E-B023-A81E19069460}"/>
                </a:ext>
              </a:extLst>
            </p:cNvPr>
            <p:cNvSpPr/>
            <p:nvPr/>
          </p:nvSpPr>
          <p:spPr>
            <a:xfrm>
              <a:off x="6610485" y="5358234"/>
              <a:ext cx="1989438" cy="393353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b="1" dirty="0">
                  <a:solidFill>
                    <a:schemeClr val="bg1"/>
                  </a:solidFill>
                </a:rPr>
                <a:t>Aceptar Encargo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13" name="Rectángulo 112">
              <a:extLst>
                <a:ext uri="{FF2B5EF4-FFF2-40B4-BE49-F238E27FC236}">
                  <a16:creationId xmlns:a16="http://schemas.microsoft.com/office/drawing/2014/main" id="{C5E6C3D9-B76E-5EC6-6BD5-9DA35AEC962F}"/>
                </a:ext>
              </a:extLst>
            </p:cNvPr>
            <p:cNvSpPr/>
            <p:nvPr/>
          </p:nvSpPr>
          <p:spPr>
            <a:xfrm>
              <a:off x="3403728" y="3167685"/>
              <a:ext cx="5132318" cy="20342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s-ES" sz="1600" i="1" dirty="0">
                  <a:solidFill>
                    <a:schemeClr val="bg1">
                      <a:lumMod val="50000"/>
                    </a:schemeClr>
                  </a:solidFill>
                </a:rPr>
                <a:t>Hola Anita (dueña de </a:t>
              </a:r>
              <a:r>
                <a:rPr lang="es-ES" sz="1600" i="1" dirty="0" err="1">
                  <a:solidFill>
                    <a:schemeClr val="bg1">
                      <a:lumMod val="50000"/>
                    </a:schemeClr>
                  </a:solidFill>
                </a:rPr>
                <a:t>Asrael</a:t>
              </a:r>
              <a:r>
                <a:rPr lang="es-ES" sz="1600" i="1" dirty="0">
                  <a:solidFill>
                    <a:schemeClr val="bg1">
                      <a:lumMod val="50000"/>
                    </a:schemeClr>
                  </a:solidFill>
                </a:rPr>
                <a:t>),</a:t>
              </a:r>
            </a:p>
            <a:p>
              <a:endParaRPr lang="es-ES" sz="1600" i="1" dirty="0">
                <a:solidFill>
                  <a:schemeClr val="bg1">
                    <a:lumMod val="50000"/>
                  </a:schemeClr>
                </a:solidFill>
              </a:endParaRPr>
            </a:p>
            <a:p>
              <a:r>
                <a:rPr lang="es-ES" sz="1600" i="1" dirty="0">
                  <a:solidFill>
                    <a:schemeClr val="bg1">
                      <a:lumMod val="50000"/>
                    </a:schemeClr>
                  </a:solidFill>
                </a:rPr>
                <a:t>Estaría interesado en cuidar a tu mascota en el horario que indicado. Mi tarifa es de 6€/</a:t>
              </a:r>
              <a:r>
                <a:rPr lang="es-ES" sz="1600" i="1">
                  <a:solidFill>
                    <a:schemeClr val="bg1">
                      <a:lumMod val="50000"/>
                    </a:schemeClr>
                  </a:solidFill>
                </a:rPr>
                <a:t>media hora.</a:t>
              </a:r>
              <a:endParaRPr lang="es-ES" sz="1600" i="1" dirty="0">
                <a:solidFill>
                  <a:schemeClr val="bg1">
                    <a:lumMod val="50000"/>
                  </a:schemeClr>
                </a:solidFill>
              </a:endParaRPr>
            </a:p>
            <a:p>
              <a:endParaRPr lang="es-ES" sz="1600" i="1" dirty="0">
                <a:solidFill>
                  <a:schemeClr val="bg1">
                    <a:lumMod val="50000"/>
                  </a:schemeClr>
                </a:solidFill>
              </a:endParaRPr>
            </a:p>
            <a:p>
              <a:r>
                <a:rPr lang="es-ES" sz="1600" i="1" dirty="0">
                  <a:solidFill>
                    <a:schemeClr val="bg1">
                      <a:lumMod val="50000"/>
                    </a:schemeClr>
                  </a:solidFill>
                </a:rPr>
                <a:t>Muchas Gracias.</a:t>
              </a:r>
            </a:p>
            <a:p>
              <a:endParaRPr lang="es-ES" sz="1600" i="1" dirty="0">
                <a:solidFill>
                  <a:schemeClr val="bg1">
                    <a:lumMod val="50000"/>
                  </a:schemeClr>
                </a:solidFill>
              </a:endParaRPr>
            </a:p>
            <a:p>
              <a:r>
                <a:rPr lang="es-ES" sz="1600" i="1" dirty="0">
                  <a:solidFill>
                    <a:schemeClr val="bg1">
                      <a:lumMod val="50000"/>
                    </a:schemeClr>
                  </a:solidFill>
                </a:rPr>
                <a:t>Un Saludo.</a:t>
              </a:r>
              <a:endParaRPr lang="en-US" sz="1600" i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14" name="Rectángulo redondeado 85">
            <a:hlinkClick r:id="rId29" action="ppaction://hlinksldjump"/>
            <a:extLst>
              <a:ext uri="{FF2B5EF4-FFF2-40B4-BE49-F238E27FC236}">
                <a16:creationId xmlns:a16="http://schemas.microsoft.com/office/drawing/2014/main" id="{8D66C220-B4A5-BA33-5286-EEC102681810}"/>
              </a:ext>
            </a:extLst>
          </p:cNvPr>
          <p:cNvSpPr/>
          <p:nvPr/>
        </p:nvSpPr>
        <p:spPr>
          <a:xfrm>
            <a:off x="3720241" y="4257895"/>
            <a:ext cx="1989438" cy="39335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Rechazar Encargo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819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Browser" descr="&lt;SmartSettings&gt;&lt;SmartResize enabled=&quot;True&quot; minWidth=&quot;140&quot; minHeight=&quot;5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-16574" y="-8423"/>
            <a:ext cx="12208573" cy="6866424"/>
            <a:chOff x="595684" y="1261241"/>
            <a:chExt cx="6668462" cy="4352545"/>
          </a:xfrm>
        </p:grpSpPr>
        <p:sp>
          <p:nvSpPr>
            <p:cNvPr id="89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595684" y="1600363"/>
              <a:ext cx="6668462" cy="401342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0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595685" y="1261241"/>
              <a:ext cx="6668461" cy="3404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91" name="Menu Button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134212" y="1456200"/>
              <a:ext cx="81508" cy="71447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2" name="Close Button" descr="&lt;SmartSettings&gt;&lt;SmartResize anchorLeft=&quot;None&quot; anchorTop=&quot;Absolute&quot; anchorRight=&quot;Absolute&quot; anchorBottom=&quot;None&quot; /&gt;&lt;/SmartSettings&gt;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148958" y="1306404"/>
              <a:ext cx="53761" cy="60378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3" name="Address Box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6"/>
              </p:custDataLst>
            </p:nvPr>
          </p:nvSpPr>
          <p:spPr>
            <a:xfrm>
              <a:off x="1088867" y="1416571"/>
              <a:ext cx="5996919" cy="150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www.cuidandoapancho.com/encuentraCuidador?ubicacion=LasRozas&amp;hora=M15.16</a:t>
              </a:r>
            </a:p>
          </p:txBody>
        </p:sp>
        <p:sp>
          <p:nvSpPr>
            <p:cNvPr id="94" name="Document Icon" descr="&lt;SmartSettings&gt;&lt;SmartResize anchorLeft=&quot;Absolute&quot; anchorTop=&quot;Absolute&quot; anchorRight=&quot;None&quot; anchorBottom=&quot;None&quot; /&gt;&lt;/SmartSettings&gt;"/>
            <p:cNvSpPr>
              <a:spLocks noChangeAspect="1"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1130447" y="1449659"/>
              <a:ext cx="51160" cy="84529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95" name="Navigation Buttons"/>
            <p:cNvGrpSpPr/>
            <p:nvPr/>
          </p:nvGrpSpPr>
          <p:grpSpPr>
            <a:xfrm>
              <a:off x="664460" y="1437080"/>
              <a:ext cx="350313" cy="109687"/>
              <a:chOff x="664460" y="1437080"/>
              <a:chExt cx="350313" cy="109687"/>
            </a:xfrm>
          </p:grpSpPr>
          <p:sp>
            <p:nvSpPr>
              <p:cNvPr id="96" name="Back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664460" y="1453684"/>
                <a:ext cx="83243" cy="76479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7" name="Forwar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796260" y="1453684"/>
                <a:ext cx="83243" cy="76479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8" name="Reloa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928062" y="1437080"/>
                <a:ext cx="86711" cy="109687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99" name="Imagen 98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" y="549049"/>
            <a:ext cx="2391284" cy="561746"/>
          </a:xfrm>
          <a:prstGeom prst="rect">
            <a:avLst/>
          </a:prstGeom>
        </p:spPr>
      </p:pic>
      <p:cxnSp>
        <p:nvCxnSpPr>
          <p:cNvPr id="100" name="Conector recto 99"/>
          <p:cNvCxnSpPr/>
          <p:nvPr/>
        </p:nvCxnSpPr>
        <p:spPr>
          <a:xfrm>
            <a:off x="0" y="1139902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ángulo 100"/>
          <p:cNvSpPr/>
          <p:nvPr/>
        </p:nvSpPr>
        <p:spPr>
          <a:xfrm>
            <a:off x="-16574" y="6630664"/>
            <a:ext cx="12208574" cy="228600"/>
          </a:xfrm>
          <a:prstGeom prst="rect">
            <a:avLst/>
          </a:prstGeom>
          <a:gradFill>
            <a:gsLst>
              <a:gs pos="0">
                <a:schemeClr val="bg1"/>
              </a:gs>
              <a:gs pos="33000">
                <a:schemeClr val="bg2"/>
              </a:gs>
              <a:gs pos="84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>
                <a:solidFill>
                  <a:schemeClr val="tx1"/>
                </a:solidFill>
              </a:rPr>
              <a:t>© Ningún derecho reservado - 2017</a:t>
            </a:r>
            <a:endParaRPr lang="en-US" sz="1050" dirty="0">
              <a:solidFill>
                <a:schemeClr val="tx1"/>
              </a:solidFill>
            </a:endParaRPr>
          </a:p>
        </p:txBody>
      </p:sp>
      <p:grpSp>
        <p:nvGrpSpPr>
          <p:cNvPr id="102" name="Grupo 101"/>
          <p:cNvGrpSpPr/>
          <p:nvPr/>
        </p:nvGrpSpPr>
        <p:grpSpPr>
          <a:xfrm>
            <a:off x="10475610" y="622021"/>
            <a:ext cx="1553119" cy="415801"/>
            <a:chOff x="4519718" y="8223232"/>
            <a:chExt cx="1553119" cy="415801"/>
          </a:xfrm>
        </p:grpSpPr>
        <p:grpSp>
          <p:nvGrpSpPr>
            <p:cNvPr id="103" name="Grupo 102"/>
            <p:cNvGrpSpPr/>
            <p:nvPr/>
          </p:nvGrpSpPr>
          <p:grpSpPr>
            <a:xfrm>
              <a:off x="4519718" y="8256590"/>
              <a:ext cx="1460954" cy="321425"/>
              <a:chOff x="4519718" y="8256590"/>
              <a:chExt cx="1460954" cy="321425"/>
            </a:xfrm>
          </p:grpSpPr>
          <p:pic>
            <p:nvPicPr>
              <p:cNvPr id="105" name="Picture 2" descr="Resultado de imagen de icono silueta usuario web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78842" y="8276185"/>
                <a:ext cx="301830" cy="3018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6" name="CuadroTexto 105"/>
              <p:cNvSpPr txBox="1"/>
              <p:nvPr/>
            </p:nvSpPr>
            <p:spPr>
              <a:xfrm>
                <a:off x="4519718" y="8256590"/>
                <a:ext cx="99815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400" i="1" dirty="0"/>
                  <a:t>Hola, Anita</a:t>
                </a:r>
                <a:endParaRPr lang="en-US" sz="1400" i="1" dirty="0"/>
              </a:p>
            </p:txBody>
          </p:sp>
        </p:grpSp>
        <p:sp>
          <p:nvSpPr>
            <p:cNvPr id="104" name="Elipse 103"/>
            <p:cNvSpPr/>
            <p:nvPr/>
          </p:nvSpPr>
          <p:spPr>
            <a:xfrm>
              <a:off x="5595581" y="8223232"/>
              <a:ext cx="477256" cy="4158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CuadroTexto 5"/>
          <p:cNvSpPr txBox="1"/>
          <p:nvPr/>
        </p:nvSpPr>
        <p:spPr>
          <a:xfrm>
            <a:off x="464022" y="1842450"/>
            <a:ext cx="805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Cuidadores en la zona de </a:t>
            </a:r>
            <a:r>
              <a:rPr lang="es-ES" b="1" i="1" dirty="0">
                <a:solidFill>
                  <a:schemeClr val="accent2">
                    <a:lumMod val="50000"/>
                  </a:schemeClr>
                </a:solidFill>
              </a:rPr>
              <a:t>Las Rozas </a:t>
            </a:r>
            <a:r>
              <a:rPr lang="es-ES" b="1" dirty="0"/>
              <a:t>con disponibilidad los </a:t>
            </a:r>
            <a:r>
              <a:rPr lang="es-ES" b="1" i="1" dirty="0">
                <a:solidFill>
                  <a:schemeClr val="accent2">
                    <a:lumMod val="50000"/>
                  </a:schemeClr>
                </a:solidFill>
              </a:rPr>
              <a:t>martes de 15:00 a 16:00  </a:t>
            </a:r>
            <a:endParaRPr lang="en-US" b="1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" name="Rectángulo redondeado 6">
            <a:hlinkClick r:id="rId16" action="ppaction://hlinksldjump"/>
          </p:cNvPr>
          <p:cNvSpPr/>
          <p:nvPr/>
        </p:nvSpPr>
        <p:spPr>
          <a:xfrm>
            <a:off x="8740869" y="1828802"/>
            <a:ext cx="2702256" cy="36933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Cambiar parámetros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518611" y="2551536"/>
            <a:ext cx="10849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Foto       Nombre		Descripción				PanchoPuntos	Tarifa </a:t>
            </a:r>
            <a:r>
              <a:rPr lang="es-ES" sz="1600" b="1" i="1" dirty="0"/>
              <a:t>(€/30min.)</a:t>
            </a:r>
            <a:endParaRPr lang="en-US" b="1" i="1" dirty="0"/>
          </a:p>
        </p:txBody>
      </p:sp>
      <p:cxnSp>
        <p:nvCxnSpPr>
          <p:cNvPr id="22" name="Conector recto 21"/>
          <p:cNvCxnSpPr/>
          <p:nvPr/>
        </p:nvCxnSpPr>
        <p:spPr>
          <a:xfrm>
            <a:off x="3234517" y="2581226"/>
            <a:ext cx="27295" cy="4037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8" name="Imagen 2047"/>
          <p:cNvPicPr>
            <a:picLocks noChangeAspect="1"/>
          </p:cNvPicPr>
          <p:nvPr/>
        </p:nvPicPr>
        <p:blipFill rotWithShape="1">
          <a:blip r:embed="rId17"/>
          <a:srcRect l="47755" t="6460" r="51669" b="8619"/>
          <a:stretch/>
        </p:blipFill>
        <p:spPr>
          <a:xfrm>
            <a:off x="11996383" y="1496562"/>
            <a:ext cx="166515" cy="5120640"/>
          </a:xfrm>
          <a:prstGeom prst="rect">
            <a:avLst/>
          </a:prstGeom>
        </p:spPr>
      </p:pic>
      <p:cxnSp>
        <p:nvCxnSpPr>
          <p:cNvPr id="46" name="Conector recto 45"/>
          <p:cNvCxnSpPr/>
          <p:nvPr/>
        </p:nvCxnSpPr>
        <p:spPr>
          <a:xfrm>
            <a:off x="7808797" y="2597146"/>
            <a:ext cx="27295" cy="4037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/>
          <p:cNvCxnSpPr/>
          <p:nvPr/>
        </p:nvCxnSpPr>
        <p:spPr>
          <a:xfrm>
            <a:off x="9664902" y="2583498"/>
            <a:ext cx="27295" cy="4037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2" name="Triángulo isósceles 2051"/>
          <p:cNvSpPr/>
          <p:nvPr/>
        </p:nvSpPr>
        <p:spPr>
          <a:xfrm>
            <a:off x="9403309" y="2675208"/>
            <a:ext cx="177421" cy="1474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riángulo isósceles 49"/>
          <p:cNvSpPr/>
          <p:nvPr/>
        </p:nvSpPr>
        <p:spPr>
          <a:xfrm>
            <a:off x="11283424" y="2672294"/>
            <a:ext cx="177421" cy="1474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Resultado de imagen de simbolo ayuda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7667" y="2653446"/>
            <a:ext cx="185619" cy="18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3" name="CuadroTexto 2052"/>
          <p:cNvSpPr txBox="1"/>
          <p:nvPr/>
        </p:nvSpPr>
        <p:spPr>
          <a:xfrm>
            <a:off x="3386928" y="3046363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un gran escritor de ciencia ficción pero también me encantan los perros y me gustaría cuidar de….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53" name="CuadroTexto 52"/>
          <p:cNvSpPr txBox="1"/>
          <p:nvPr/>
        </p:nvSpPr>
        <p:spPr>
          <a:xfrm>
            <a:off x="1266247" y="3155299"/>
            <a:ext cx="1976271" cy="310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Isaac Asimov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54" name="CuadroTexto 53"/>
          <p:cNvSpPr txBox="1"/>
          <p:nvPr/>
        </p:nvSpPr>
        <p:spPr>
          <a:xfrm>
            <a:off x="7954253" y="3097099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B050"/>
                </a:solidFill>
              </a:rPr>
              <a:t>1650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55" name="CuadroTexto 54"/>
          <p:cNvSpPr txBox="1"/>
          <p:nvPr/>
        </p:nvSpPr>
        <p:spPr>
          <a:xfrm>
            <a:off x="9935836" y="3094751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6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6" name="CuadroTexto 55"/>
          <p:cNvSpPr txBox="1"/>
          <p:nvPr/>
        </p:nvSpPr>
        <p:spPr>
          <a:xfrm>
            <a:off x="3384580" y="3760637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el creador de C, no soy tan conocido como Bill Gates o Steve Jobs, pero puedo cuidar de tu mascota….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57" name="CuadroTexto 56"/>
          <p:cNvSpPr txBox="1"/>
          <p:nvPr/>
        </p:nvSpPr>
        <p:spPr>
          <a:xfrm>
            <a:off x="1263899" y="3897709"/>
            <a:ext cx="1976271" cy="310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Dennis Ritchie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58" name="CuadroTexto 57"/>
          <p:cNvSpPr txBox="1"/>
          <p:nvPr/>
        </p:nvSpPr>
        <p:spPr>
          <a:xfrm>
            <a:off x="7951905" y="3784077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B050"/>
                </a:solidFill>
              </a:rPr>
              <a:t>1200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59" name="CuadroTexto 58"/>
          <p:cNvSpPr txBox="1"/>
          <p:nvPr/>
        </p:nvSpPr>
        <p:spPr>
          <a:xfrm>
            <a:off x="9933488" y="3781729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6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2055" name="Conector recto 2054"/>
          <p:cNvCxnSpPr/>
          <p:nvPr/>
        </p:nvCxnSpPr>
        <p:spPr>
          <a:xfrm flipH="1">
            <a:off x="518611" y="2918226"/>
            <a:ext cx="11087235" cy="0"/>
          </a:xfrm>
          <a:prstGeom prst="line">
            <a:avLst/>
          </a:prstGeom>
          <a:ln w="254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62"/>
          <p:cNvCxnSpPr/>
          <p:nvPr/>
        </p:nvCxnSpPr>
        <p:spPr>
          <a:xfrm flipH="1">
            <a:off x="516263" y="3676678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/>
          <p:cNvSpPr txBox="1"/>
          <p:nvPr/>
        </p:nvSpPr>
        <p:spPr>
          <a:xfrm>
            <a:off x="3382232" y="4447609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un estudiante de 16 años y tengo casi todas las tardes libres, puedo cuidar de tu mascota….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65" name="CuadroTexto 64"/>
          <p:cNvSpPr txBox="1"/>
          <p:nvPr/>
        </p:nvSpPr>
        <p:spPr>
          <a:xfrm>
            <a:off x="1261551" y="4606925"/>
            <a:ext cx="1976271" cy="310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Lope López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66" name="CuadroTexto 65"/>
          <p:cNvSpPr txBox="1"/>
          <p:nvPr/>
        </p:nvSpPr>
        <p:spPr>
          <a:xfrm>
            <a:off x="7949557" y="4471049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B050"/>
                </a:solidFill>
              </a:rPr>
              <a:t>1850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67" name="CuadroTexto 66"/>
          <p:cNvSpPr txBox="1"/>
          <p:nvPr/>
        </p:nvSpPr>
        <p:spPr>
          <a:xfrm>
            <a:off x="9804140" y="4468701"/>
            <a:ext cx="159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68" name="Conector recto 67"/>
          <p:cNvCxnSpPr/>
          <p:nvPr/>
        </p:nvCxnSpPr>
        <p:spPr>
          <a:xfrm flipH="1">
            <a:off x="513915" y="4377718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uadroTexto 68"/>
          <p:cNvSpPr txBox="1"/>
          <p:nvPr/>
        </p:nvSpPr>
        <p:spPr>
          <a:xfrm>
            <a:off x="9842240" y="4468706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7,5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1" name="CuadroTexto 70"/>
          <p:cNvSpPr txBox="1"/>
          <p:nvPr/>
        </p:nvSpPr>
        <p:spPr>
          <a:xfrm>
            <a:off x="3379884" y="5190850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un estudiante </a:t>
            </a:r>
            <a:r>
              <a:rPr lang="es-ES" sz="1400"/>
              <a:t>de la ETSISI </a:t>
            </a:r>
            <a:r>
              <a:rPr lang="es-ES" sz="1400" dirty="0"/>
              <a:t>por lo que tengo muy poca disponibilidad, pero me gusta mucho cuidar….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72" name="CuadroTexto 71"/>
          <p:cNvSpPr txBox="1"/>
          <p:nvPr/>
        </p:nvSpPr>
        <p:spPr>
          <a:xfrm>
            <a:off x="1259203" y="5257474"/>
            <a:ext cx="1976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Fernando Fernández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73" name="CuadroTexto 72"/>
          <p:cNvSpPr txBox="1"/>
          <p:nvPr/>
        </p:nvSpPr>
        <p:spPr>
          <a:xfrm>
            <a:off x="7947209" y="5214290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B050"/>
                </a:solidFill>
              </a:rPr>
              <a:t>450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74" name="CuadroTexto 73"/>
          <p:cNvSpPr txBox="1"/>
          <p:nvPr/>
        </p:nvSpPr>
        <p:spPr>
          <a:xfrm>
            <a:off x="9801792" y="5155673"/>
            <a:ext cx="159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75" name="Conector recto 74"/>
          <p:cNvCxnSpPr/>
          <p:nvPr/>
        </p:nvCxnSpPr>
        <p:spPr>
          <a:xfrm flipH="1">
            <a:off x="511567" y="5064690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uadroTexto 75"/>
          <p:cNvSpPr txBox="1"/>
          <p:nvPr/>
        </p:nvSpPr>
        <p:spPr>
          <a:xfrm>
            <a:off x="9839892" y="5211947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7,5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7" name="CuadroTexto 76"/>
          <p:cNvSpPr txBox="1"/>
          <p:nvPr/>
        </p:nvSpPr>
        <p:spPr>
          <a:xfrm>
            <a:off x="3377536" y="5962229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estudiante de veterinaria y desde hace años cuido mascotas a través de esta web, que es genial….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78" name="CuadroTexto 77"/>
          <p:cNvSpPr txBox="1"/>
          <p:nvPr/>
        </p:nvSpPr>
        <p:spPr>
          <a:xfrm>
            <a:off x="1256855" y="6016153"/>
            <a:ext cx="1976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Encantador de Panchos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79" name="CuadroTexto 78"/>
          <p:cNvSpPr txBox="1"/>
          <p:nvPr/>
        </p:nvSpPr>
        <p:spPr>
          <a:xfrm>
            <a:off x="7944861" y="5985669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B050"/>
                </a:solidFill>
              </a:rPr>
              <a:t>2400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80" name="CuadroTexto 79"/>
          <p:cNvSpPr txBox="1"/>
          <p:nvPr/>
        </p:nvSpPr>
        <p:spPr>
          <a:xfrm>
            <a:off x="9799444" y="5687894"/>
            <a:ext cx="159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81" name="Conector recto 80"/>
          <p:cNvCxnSpPr/>
          <p:nvPr/>
        </p:nvCxnSpPr>
        <p:spPr>
          <a:xfrm flipH="1">
            <a:off x="509219" y="5793860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CuadroTexto 81"/>
          <p:cNvSpPr txBox="1"/>
          <p:nvPr/>
        </p:nvSpPr>
        <p:spPr>
          <a:xfrm>
            <a:off x="9871852" y="5983326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10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Rectángulo redondeado 1">
            <a:hlinkClick r:id="rId19" action="ppaction://hlinksldjump"/>
          </p:cNvPr>
          <p:cNvSpPr/>
          <p:nvPr/>
        </p:nvSpPr>
        <p:spPr>
          <a:xfrm>
            <a:off x="10426700" y="3114355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Contratar</a:t>
            </a:r>
            <a:endParaRPr lang="en-US" b="1" dirty="0"/>
          </a:p>
        </p:txBody>
      </p:sp>
      <p:sp>
        <p:nvSpPr>
          <p:cNvPr id="41" name="Rectángulo redondeado 40">
            <a:hlinkClick r:id="rId19" action="ppaction://hlinksldjump"/>
          </p:cNvPr>
          <p:cNvSpPr/>
          <p:nvPr/>
        </p:nvSpPr>
        <p:spPr>
          <a:xfrm>
            <a:off x="10425538" y="3814298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Contratar</a:t>
            </a:r>
            <a:endParaRPr lang="en-US" b="1" dirty="0"/>
          </a:p>
        </p:txBody>
      </p:sp>
      <p:sp>
        <p:nvSpPr>
          <p:cNvPr id="42" name="Rectángulo redondeado 41">
            <a:hlinkClick r:id="rId19" action="ppaction://hlinksldjump"/>
          </p:cNvPr>
          <p:cNvSpPr/>
          <p:nvPr/>
        </p:nvSpPr>
        <p:spPr>
          <a:xfrm>
            <a:off x="10425538" y="4525498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Contratar</a:t>
            </a:r>
            <a:endParaRPr lang="en-US" b="1" dirty="0"/>
          </a:p>
        </p:txBody>
      </p:sp>
      <p:sp>
        <p:nvSpPr>
          <p:cNvPr id="43" name="Rectángulo redondeado 42">
            <a:hlinkClick r:id="rId19" action="ppaction://hlinksldjump"/>
          </p:cNvPr>
          <p:cNvSpPr/>
          <p:nvPr/>
        </p:nvSpPr>
        <p:spPr>
          <a:xfrm>
            <a:off x="10444216" y="5262184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Contratar</a:t>
            </a:r>
            <a:endParaRPr lang="en-US" b="1" dirty="0"/>
          </a:p>
        </p:txBody>
      </p:sp>
      <p:sp>
        <p:nvSpPr>
          <p:cNvPr id="44" name="Rectángulo redondeado 43">
            <a:hlinkClick r:id="rId19" action="ppaction://hlinksldjump"/>
          </p:cNvPr>
          <p:cNvSpPr/>
          <p:nvPr/>
        </p:nvSpPr>
        <p:spPr>
          <a:xfrm>
            <a:off x="10444216" y="6024184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Contratar</a:t>
            </a:r>
            <a:endParaRPr lang="en-US" b="1" dirty="0"/>
          </a:p>
        </p:txBody>
      </p:sp>
      <p:pic>
        <p:nvPicPr>
          <p:cNvPr id="4098" name="Picture 2" descr="Imagen relacionada"/>
          <p:cNvPicPr>
            <a:picLocks noChangeAspect="1" noChangeArrowheads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56" r="24739" b="20477"/>
          <a:stretch/>
        </p:blipFill>
        <p:spPr bwMode="auto">
          <a:xfrm>
            <a:off x="576556" y="3073659"/>
            <a:ext cx="512064" cy="507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esultado de imagen de dennis ritchie"/>
          <p:cNvPicPr>
            <a:picLocks noChangeArrowheads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0" t="9479" r="29964" b="8730"/>
          <a:stretch/>
        </p:blipFill>
        <p:spPr bwMode="auto">
          <a:xfrm>
            <a:off x="585879" y="3791501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Resultado de imagen"/>
          <p:cNvPicPr>
            <a:picLocks noChangeArrowheads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78" r="40393" b="41254"/>
          <a:stretch/>
        </p:blipFill>
        <p:spPr bwMode="auto">
          <a:xfrm>
            <a:off x="576556" y="5929511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Resultado de imagen de adolescente con cara pixelada"/>
          <p:cNvPicPr>
            <a:picLocks noChangeArrowheads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00" r="50899" b="48012"/>
          <a:stretch/>
        </p:blipFill>
        <p:spPr bwMode="auto">
          <a:xfrm>
            <a:off x="576556" y="4512731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Resultado de imagen de adolescente"/>
          <p:cNvPicPr>
            <a:picLocks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08" r="22483" b="14023"/>
          <a:stretch/>
        </p:blipFill>
        <p:spPr bwMode="auto">
          <a:xfrm>
            <a:off x="576556" y="5179512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7" name="Conector recto 86"/>
          <p:cNvCxnSpPr/>
          <p:nvPr/>
        </p:nvCxnSpPr>
        <p:spPr>
          <a:xfrm>
            <a:off x="1189623" y="2583498"/>
            <a:ext cx="27295" cy="4037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Breadcrumbs"/>
          <p:cNvSpPr>
            <a:spLocks/>
          </p:cNvSpPr>
          <p:nvPr/>
        </p:nvSpPr>
        <p:spPr bwMode="auto">
          <a:xfrm>
            <a:off x="119075" y="1220482"/>
            <a:ext cx="1735585" cy="203932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900" u="sng" dirty="0">
                <a:solidFill>
                  <a:srgbClr val="5B9BD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  <a:hlinkClick r:id="rId13" action="ppaction://hlinksldjump"/>
              </a:rPr>
              <a:t>Home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13" action="ppaction://hlinksldjump"/>
              </a:rPr>
              <a:t>  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»  </a:t>
            </a:r>
            <a:r>
              <a:rPr lang="es-E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16" action="ppaction://hlinksldjump"/>
              </a:rPr>
              <a:t>Cuidadores 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»  Listado</a:t>
            </a:r>
            <a:endParaRPr lang="es-ES" sz="900" dirty="0">
              <a:solidFill>
                <a:srgbClr val="5F5F5F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8" name="Conector recto 107"/>
          <p:cNvCxnSpPr/>
          <p:nvPr/>
        </p:nvCxnSpPr>
        <p:spPr>
          <a:xfrm>
            <a:off x="2272" y="1442430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o 3"/>
          <p:cNvGrpSpPr/>
          <p:nvPr/>
        </p:nvGrpSpPr>
        <p:grpSpPr>
          <a:xfrm>
            <a:off x="9939938" y="561011"/>
            <a:ext cx="533400" cy="533400"/>
            <a:chOff x="9939938" y="561011"/>
            <a:chExt cx="533400" cy="533400"/>
          </a:xfrm>
        </p:grpSpPr>
        <p:pic>
          <p:nvPicPr>
            <p:cNvPr id="83" name="Imagen 82" descr="Icono&#10;&#10;Descripción generada automáticamente">
              <a:hlinkClick r:id="rId25" action="ppaction://hlinksldjump"/>
              <a:extLst>
                <a:ext uri="{FF2B5EF4-FFF2-40B4-BE49-F238E27FC236}">
                  <a16:creationId xmlns:a16="http://schemas.microsoft.com/office/drawing/2014/main" id="{BA0D6F8A-7FC7-F179-BE1F-E2116B31DC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27"/>
                </a:ext>
              </a:extLst>
            </a:blip>
            <a:stretch>
              <a:fillRect/>
            </a:stretch>
          </p:blipFill>
          <p:spPr>
            <a:xfrm>
              <a:off x="9939938" y="561011"/>
              <a:ext cx="533400" cy="533400"/>
            </a:xfrm>
            <a:prstGeom prst="rect">
              <a:avLst/>
            </a:prstGeom>
          </p:spPr>
        </p:pic>
        <p:sp>
          <p:nvSpPr>
            <p:cNvPr id="84" name="CuadroTexto 83">
              <a:hlinkClick r:id="rId25" action="ppaction://hlinksldjump"/>
              <a:extLst>
                <a:ext uri="{FF2B5EF4-FFF2-40B4-BE49-F238E27FC236}">
                  <a16:creationId xmlns:a16="http://schemas.microsoft.com/office/drawing/2014/main" id="{D1362C77-4AF8-2E74-3BC4-37BA3B3D3853}"/>
                </a:ext>
              </a:extLst>
            </p:cNvPr>
            <p:cNvSpPr txBox="1"/>
            <p:nvPr/>
          </p:nvSpPr>
          <p:spPr>
            <a:xfrm>
              <a:off x="10052836" y="64497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110" name="Modal Dialog Overlay">
            <a:extLst>
              <a:ext uri="{FF2B5EF4-FFF2-40B4-BE49-F238E27FC236}">
                <a16:creationId xmlns:a16="http://schemas.microsoft.com/office/drawing/2014/main" id="{3A5AC516-B63D-2035-9C65-64C15A8225D1}"/>
              </a:ext>
            </a:extLst>
          </p:cNvPr>
          <p:cNvSpPr>
            <a:spLocks/>
          </p:cNvSpPr>
          <p:nvPr/>
        </p:nvSpPr>
        <p:spPr bwMode="auto">
          <a:xfrm>
            <a:off x="0" y="553384"/>
            <a:ext cx="12216825" cy="6334655"/>
          </a:xfrm>
          <a:prstGeom prst="rect">
            <a:avLst/>
          </a:prstGeom>
          <a:solidFill>
            <a:srgbClr val="808080">
              <a:alpha val="60000"/>
            </a:srgbClr>
          </a:solidFill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85" name="Grupo 84">
            <a:extLst>
              <a:ext uri="{FF2B5EF4-FFF2-40B4-BE49-F238E27FC236}">
                <a16:creationId xmlns:a16="http://schemas.microsoft.com/office/drawing/2014/main" id="{86B83690-6DE5-42E6-56D8-ABE607891D5F}"/>
              </a:ext>
            </a:extLst>
          </p:cNvPr>
          <p:cNvGrpSpPr/>
          <p:nvPr/>
        </p:nvGrpSpPr>
        <p:grpSpPr>
          <a:xfrm>
            <a:off x="3072384" y="2386584"/>
            <a:ext cx="5855368" cy="3560701"/>
            <a:chOff x="3168675" y="7034747"/>
            <a:chExt cx="5855368" cy="3560701"/>
          </a:xfrm>
        </p:grpSpPr>
        <p:sp>
          <p:nvSpPr>
            <p:cNvPr id="115" name="Rectángulo redondeado 112">
              <a:extLst>
                <a:ext uri="{FF2B5EF4-FFF2-40B4-BE49-F238E27FC236}">
                  <a16:creationId xmlns:a16="http://schemas.microsoft.com/office/drawing/2014/main" id="{6E5A5F49-5CC6-6331-2E6A-1684C8528DF7}"/>
                </a:ext>
              </a:extLst>
            </p:cNvPr>
            <p:cNvSpPr/>
            <p:nvPr/>
          </p:nvSpPr>
          <p:spPr>
            <a:xfrm>
              <a:off x="3168675" y="7034747"/>
              <a:ext cx="5855368" cy="3560701"/>
            </a:xfrm>
            <a:prstGeom prst="roundRect">
              <a:avLst>
                <a:gd name="adj" fmla="val 5403"/>
              </a:avLst>
            </a:prstGeom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7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s-ES" dirty="0"/>
                <a:t>   </a:t>
              </a:r>
            </a:p>
            <a:p>
              <a:pPr algn="ctr"/>
              <a:endParaRPr lang="es-ES" sz="2400" dirty="0"/>
            </a:p>
            <a:p>
              <a:pPr algn="ctr"/>
              <a:endParaRPr lang="es-ES" sz="2400" dirty="0"/>
            </a:p>
            <a:p>
              <a:pPr algn="ctr"/>
              <a:r>
                <a:rPr lang="es-ES" sz="2400" dirty="0"/>
                <a:t>¡El encargo ha sido pre-aceptado!</a:t>
              </a:r>
            </a:p>
            <a:p>
              <a:pPr algn="ctr"/>
              <a:endParaRPr lang="es-ES" dirty="0"/>
            </a:p>
          </p:txBody>
        </p:sp>
        <p:pic>
          <p:nvPicPr>
            <p:cNvPr id="116" name="Picture 2" descr="Resultado de imagen de tick verde">
              <a:extLst>
                <a:ext uri="{FF2B5EF4-FFF2-40B4-BE49-F238E27FC236}">
                  <a16:creationId xmlns:a16="http://schemas.microsoft.com/office/drawing/2014/main" id="{3490E31A-5C6D-538A-1618-D3830B4538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4739" y="7318354"/>
              <a:ext cx="1956138" cy="14650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8" name="Rectángulo redondeado 85">
            <a:hlinkClick r:id="rId19" action="ppaction://hlinksldjump"/>
            <a:extLst>
              <a:ext uri="{FF2B5EF4-FFF2-40B4-BE49-F238E27FC236}">
                <a16:creationId xmlns:a16="http://schemas.microsoft.com/office/drawing/2014/main" id="{B4DA0A8B-7A8D-037E-B023-A81E19069460}"/>
              </a:ext>
            </a:extLst>
          </p:cNvPr>
          <p:cNvSpPr/>
          <p:nvPr/>
        </p:nvSpPr>
        <p:spPr>
          <a:xfrm>
            <a:off x="4978578" y="5073113"/>
            <a:ext cx="1989438" cy="39335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bg1"/>
                </a:solidFill>
              </a:rPr>
              <a:t>Realizar pago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726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Browser" descr="&lt;SmartSettings&gt;&lt;SmartResize enabled=&quot;True&quot; minWidth=&quot;140&quot; minHeight=&quot;5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-16574" y="-8423"/>
            <a:ext cx="12208573" cy="6866424"/>
            <a:chOff x="595684" y="1261241"/>
            <a:chExt cx="6668462" cy="4352545"/>
          </a:xfrm>
        </p:grpSpPr>
        <p:sp>
          <p:nvSpPr>
            <p:cNvPr id="89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595684" y="1600363"/>
              <a:ext cx="6668462" cy="401342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0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595685" y="1261241"/>
              <a:ext cx="6668461" cy="3404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91" name="Menu Button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134212" y="1456200"/>
              <a:ext cx="81508" cy="71447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2" name="Close Button" descr="&lt;SmartSettings&gt;&lt;SmartResize anchorLeft=&quot;None&quot; anchorTop=&quot;Absolute&quot; anchorRight=&quot;Absolute&quot; anchorBottom=&quot;None&quot; /&gt;&lt;/SmartSettings&gt;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148958" y="1306404"/>
              <a:ext cx="53761" cy="60378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3" name="Address Box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6"/>
              </p:custDataLst>
            </p:nvPr>
          </p:nvSpPr>
          <p:spPr>
            <a:xfrm>
              <a:off x="1088867" y="1416571"/>
              <a:ext cx="5996919" cy="150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www.cuidandoapancho.com/encuentraCuidador?ubicacion=LasRozas&amp;hora=M15.16</a:t>
              </a:r>
            </a:p>
          </p:txBody>
        </p:sp>
        <p:sp>
          <p:nvSpPr>
            <p:cNvPr id="94" name="Document Icon" descr="&lt;SmartSettings&gt;&lt;SmartResize anchorLeft=&quot;Absolute&quot; anchorTop=&quot;Absolute&quot; anchorRight=&quot;None&quot; anchorBottom=&quot;None&quot; /&gt;&lt;/SmartSettings&gt;"/>
            <p:cNvSpPr>
              <a:spLocks noChangeAspect="1"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1130447" y="1449659"/>
              <a:ext cx="51160" cy="84529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95" name="Navigation Buttons"/>
            <p:cNvGrpSpPr/>
            <p:nvPr/>
          </p:nvGrpSpPr>
          <p:grpSpPr>
            <a:xfrm>
              <a:off x="664460" y="1437080"/>
              <a:ext cx="350313" cy="109687"/>
              <a:chOff x="664460" y="1437080"/>
              <a:chExt cx="350313" cy="109687"/>
            </a:xfrm>
          </p:grpSpPr>
          <p:sp>
            <p:nvSpPr>
              <p:cNvPr id="96" name="Back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664460" y="1453684"/>
                <a:ext cx="83243" cy="76479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7" name="Forwar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796260" y="1453684"/>
                <a:ext cx="83243" cy="76479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8" name="Reload Button" descr="&lt;SmartSettings&gt;&lt;SmartResize anchorLeft=&quot;Absolute&quot; anchorTop=&quot;Absolute&quot; anchorRight=&quot;None&quot; anchorBottom=&quot;None&quot; /&gt;&lt;/SmartSettings&gt;"/>
              <p:cNvSpPr>
                <a:spLocks noChangeAspect="1"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928062" y="1437080"/>
                <a:ext cx="86711" cy="109687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99" name="Imagen 98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" y="549049"/>
            <a:ext cx="2391284" cy="561746"/>
          </a:xfrm>
          <a:prstGeom prst="rect">
            <a:avLst/>
          </a:prstGeom>
        </p:spPr>
      </p:pic>
      <p:cxnSp>
        <p:nvCxnSpPr>
          <p:cNvPr id="100" name="Conector recto 99"/>
          <p:cNvCxnSpPr/>
          <p:nvPr/>
        </p:nvCxnSpPr>
        <p:spPr>
          <a:xfrm>
            <a:off x="0" y="1139902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ángulo 100"/>
          <p:cNvSpPr/>
          <p:nvPr/>
        </p:nvSpPr>
        <p:spPr>
          <a:xfrm>
            <a:off x="-16574" y="6630664"/>
            <a:ext cx="12208574" cy="228600"/>
          </a:xfrm>
          <a:prstGeom prst="rect">
            <a:avLst/>
          </a:prstGeom>
          <a:gradFill>
            <a:gsLst>
              <a:gs pos="0">
                <a:schemeClr val="bg1"/>
              </a:gs>
              <a:gs pos="33000">
                <a:schemeClr val="bg2"/>
              </a:gs>
              <a:gs pos="84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>
                <a:solidFill>
                  <a:schemeClr val="tx1"/>
                </a:solidFill>
              </a:rPr>
              <a:t>© Ningún derecho reservado - 2017</a:t>
            </a:r>
            <a:endParaRPr lang="en-US" sz="1050" dirty="0">
              <a:solidFill>
                <a:schemeClr val="tx1"/>
              </a:solidFill>
            </a:endParaRPr>
          </a:p>
        </p:txBody>
      </p:sp>
      <p:grpSp>
        <p:nvGrpSpPr>
          <p:cNvPr id="102" name="Grupo 101"/>
          <p:cNvGrpSpPr/>
          <p:nvPr/>
        </p:nvGrpSpPr>
        <p:grpSpPr>
          <a:xfrm>
            <a:off x="10475610" y="622021"/>
            <a:ext cx="1553119" cy="415801"/>
            <a:chOff x="4519718" y="8223232"/>
            <a:chExt cx="1553119" cy="415801"/>
          </a:xfrm>
        </p:grpSpPr>
        <p:grpSp>
          <p:nvGrpSpPr>
            <p:cNvPr id="103" name="Grupo 102"/>
            <p:cNvGrpSpPr/>
            <p:nvPr/>
          </p:nvGrpSpPr>
          <p:grpSpPr>
            <a:xfrm>
              <a:off x="4519718" y="8256590"/>
              <a:ext cx="1460954" cy="321425"/>
              <a:chOff x="4519718" y="8256590"/>
              <a:chExt cx="1460954" cy="321425"/>
            </a:xfrm>
          </p:grpSpPr>
          <p:pic>
            <p:nvPicPr>
              <p:cNvPr id="105" name="Picture 2" descr="Resultado de imagen de icono silueta usuario web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78842" y="8276185"/>
                <a:ext cx="301830" cy="3018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6" name="CuadroTexto 105"/>
              <p:cNvSpPr txBox="1"/>
              <p:nvPr/>
            </p:nvSpPr>
            <p:spPr>
              <a:xfrm>
                <a:off x="4519718" y="8256590"/>
                <a:ext cx="99815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1400" i="1" dirty="0"/>
                  <a:t>Hola, Anita</a:t>
                </a:r>
                <a:endParaRPr lang="en-US" sz="1400" i="1" dirty="0"/>
              </a:p>
            </p:txBody>
          </p:sp>
        </p:grpSp>
        <p:sp>
          <p:nvSpPr>
            <p:cNvPr id="104" name="Elipse 103"/>
            <p:cNvSpPr/>
            <p:nvPr/>
          </p:nvSpPr>
          <p:spPr>
            <a:xfrm>
              <a:off x="5595581" y="8223232"/>
              <a:ext cx="477256" cy="4158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CuadroTexto 5"/>
          <p:cNvSpPr txBox="1"/>
          <p:nvPr/>
        </p:nvSpPr>
        <p:spPr>
          <a:xfrm>
            <a:off x="464022" y="1842450"/>
            <a:ext cx="805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Cuidadores en la zona de </a:t>
            </a:r>
            <a:r>
              <a:rPr lang="es-ES" b="1" i="1" dirty="0">
                <a:solidFill>
                  <a:schemeClr val="accent2">
                    <a:lumMod val="50000"/>
                  </a:schemeClr>
                </a:solidFill>
              </a:rPr>
              <a:t>Las Rozas </a:t>
            </a:r>
            <a:r>
              <a:rPr lang="es-ES" b="1" dirty="0"/>
              <a:t>con disponibilidad los </a:t>
            </a:r>
            <a:r>
              <a:rPr lang="es-ES" b="1" i="1" dirty="0">
                <a:solidFill>
                  <a:schemeClr val="accent2">
                    <a:lumMod val="50000"/>
                  </a:schemeClr>
                </a:solidFill>
              </a:rPr>
              <a:t>martes de 15:00 a 16:00  </a:t>
            </a:r>
            <a:endParaRPr lang="en-US" b="1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" name="Rectángulo redondeado 6">
            <a:hlinkClick r:id="rId16" action="ppaction://hlinksldjump"/>
          </p:cNvPr>
          <p:cNvSpPr/>
          <p:nvPr/>
        </p:nvSpPr>
        <p:spPr>
          <a:xfrm>
            <a:off x="8740869" y="1828802"/>
            <a:ext cx="2702256" cy="369332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Cambiar parámetros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518611" y="2551536"/>
            <a:ext cx="10849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Foto       Nombre		Descripción				PanchoPuntos	Tarifa </a:t>
            </a:r>
            <a:r>
              <a:rPr lang="es-ES" sz="1600" b="1" i="1" dirty="0"/>
              <a:t>(€/30min.)</a:t>
            </a:r>
            <a:endParaRPr lang="en-US" b="1" i="1" dirty="0"/>
          </a:p>
        </p:txBody>
      </p:sp>
      <p:cxnSp>
        <p:nvCxnSpPr>
          <p:cNvPr id="22" name="Conector recto 21"/>
          <p:cNvCxnSpPr/>
          <p:nvPr/>
        </p:nvCxnSpPr>
        <p:spPr>
          <a:xfrm>
            <a:off x="3234517" y="2581226"/>
            <a:ext cx="27295" cy="4037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8" name="Imagen 2047"/>
          <p:cNvPicPr>
            <a:picLocks noChangeAspect="1"/>
          </p:cNvPicPr>
          <p:nvPr/>
        </p:nvPicPr>
        <p:blipFill rotWithShape="1">
          <a:blip r:embed="rId17"/>
          <a:srcRect l="47755" t="6460" r="51669" b="8619"/>
          <a:stretch/>
        </p:blipFill>
        <p:spPr>
          <a:xfrm>
            <a:off x="11996383" y="1496562"/>
            <a:ext cx="166515" cy="5120640"/>
          </a:xfrm>
          <a:prstGeom prst="rect">
            <a:avLst/>
          </a:prstGeom>
        </p:spPr>
      </p:pic>
      <p:cxnSp>
        <p:nvCxnSpPr>
          <p:cNvPr id="46" name="Conector recto 45"/>
          <p:cNvCxnSpPr/>
          <p:nvPr/>
        </p:nvCxnSpPr>
        <p:spPr>
          <a:xfrm>
            <a:off x="7808797" y="2597146"/>
            <a:ext cx="27295" cy="4037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/>
          <p:cNvCxnSpPr/>
          <p:nvPr/>
        </p:nvCxnSpPr>
        <p:spPr>
          <a:xfrm>
            <a:off x="9664902" y="2583498"/>
            <a:ext cx="27295" cy="4037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2" name="Triángulo isósceles 2051"/>
          <p:cNvSpPr/>
          <p:nvPr/>
        </p:nvSpPr>
        <p:spPr>
          <a:xfrm>
            <a:off x="9403309" y="2675208"/>
            <a:ext cx="177421" cy="1474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riángulo isósceles 49"/>
          <p:cNvSpPr/>
          <p:nvPr/>
        </p:nvSpPr>
        <p:spPr>
          <a:xfrm>
            <a:off x="11283424" y="2672294"/>
            <a:ext cx="177421" cy="14748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Resultado de imagen de simbolo ayuda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7667" y="2653446"/>
            <a:ext cx="185619" cy="18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3" name="CuadroTexto 2052"/>
          <p:cNvSpPr txBox="1"/>
          <p:nvPr/>
        </p:nvSpPr>
        <p:spPr>
          <a:xfrm>
            <a:off x="3386928" y="3046363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un gran escritor de ciencia ficción pero también me encantan los perros y me gustaría cuidar de….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53" name="CuadroTexto 52"/>
          <p:cNvSpPr txBox="1"/>
          <p:nvPr/>
        </p:nvSpPr>
        <p:spPr>
          <a:xfrm>
            <a:off x="1266247" y="3155299"/>
            <a:ext cx="1976271" cy="310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Isaac Asimov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54" name="CuadroTexto 53"/>
          <p:cNvSpPr txBox="1"/>
          <p:nvPr/>
        </p:nvSpPr>
        <p:spPr>
          <a:xfrm>
            <a:off x="7954253" y="3097099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B050"/>
                </a:solidFill>
              </a:rPr>
              <a:t>1650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55" name="CuadroTexto 54"/>
          <p:cNvSpPr txBox="1"/>
          <p:nvPr/>
        </p:nvSpPr>
        <p:spPr>
          <a:xfrm>
            <a:off x="9935836" y="3094751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6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6" name="CuadroTexto 55"/>
          <p:cNvSpPr txBox="1"/>
          <p:nvPr/>
        </p:nvSpPr>
        <p:spPr>
          <a:xfrm>
            <a:off x="3384580" y="3760637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el creador de C, no soy tan conocido como Bill Gates o Steve Jobs, pero puedo cuidar de tu mascota….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57" name="CuadroTexto 56"/>
          <p:cNvSpPr txBox="1"/>
          <p:nvPr/>
        </p:nvSpPr>
        <p:spPr>
          <a:xfrm>
            <a:off x="1263899" y="3897709"/>
            <a:ext cx="1976271" cy="310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Dennis Ritchie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58" name="CuadroTexto 57"/>
          <p:cNvSpPr txBox="1"/>
          <p:nvPr/>
        </p:nvSpPr>
        <p:spPr>
          <a:xfrm>
            <a:off x="7951905" y="3784077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B050"/>
                </a:solidFill>
              </a:rPr>
              <a:t>1200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59" name="CuadroTexto 58"/>
          <p:cNvSpPr txBox="1"/>
          <p:nvPr/>
        </p:nvSpPr>
        <p:spPr>
          <a:xfrm>
            <a:off x="9933488" y="3781729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6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2055" name="Conector recto 2054"/>
          <p:cNvCxnSpPr/>
          <p:nvPr/>
        </p:nvCxnSpPr>
        <p:spPr>
          <a:xfrm flipH="1">
            <a:off x="518611" y="2918226"/>
            <a:ext cx="11087235" cy="0"/>
          </a:xfrm>
          <a:prstGeom prst="line">
            <a:avLst/>
          </a:prstGeom>
          <a:ln w="254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62"/>
          <p:cNvCxnSpPr/>
          <p:nvPr/>
        </p:nvCxnSpPr>
        <p:spPr>
          <a:xfrm flipH="1">
            <a:off x="516263" y="3676678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/>
          <p:cNvSpPr txBox="1"/>
          <p:nvPr/>
        </p:nvSpPr>
        <p:spPr>
          <a:xfrm>
            <a:off x="3382232" y="4447609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un estudiante de 16 años y tengo casi todas las tardes libres, puedo cuidar de tu mascota….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65" name="CuadroTexto 64"/>
          <p:cNvSpPr txBox="1"/>
          <p:nvPr/>
        </p:nvSpPr>
        <p:spPr>
          <a:xfrm>
            <a:off x="1261551" y="4606925"/>
            <a:ext cx="1976271" cy="310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Lope López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66" name="CuadroTexto 65"/>
          <p:cNvSpPr txBox="1"/>
          <p:nvPr/>
        </p:nvSpPr>
        <p:spPr>
          <a:xfrm>
            <a:off x="7949557" y="4471049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B050"/>
                </a:solidFill>
              </a:rPr>
              <a:t>1850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67" name="CuadroTexto 66"/>
          <p:cNvSpPr txBox="1"/>
          <p:nvPr/>
        </p:nvSpPr>
        <p:spPr>
          <a:xfrm>
            <a:off x="9804140" y="4468701"/>
            <a:ext cx="159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68" name="Conector recto 67"/>
          <p:cNvCxnSpPr/>
          <p:nvPr/>
        </p:nvCxnSpPr>
        <p:spPr>
          <a:xfrm flipH="1">
            <a:off x="513915" y="4377718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uadroTexto 68"/>
          <p:cNvSpPr txBox="1"/>
          <p:nvPr/>
        </p:nvSpPr>
        <p:spPr>
          <a:xfrm>
            <a:off x="9842240" y="4468706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7,5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1" name="CuadroTexto 70"/>
          <p:cNvSpPr txBox="1"/>
          <p:nvPr/>
        </p:nvSpPr>
        <p:spPr>
          <a:xfrm>
            <a:off x="3379884" y="5190850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un estudiante </a:t>
            </a:r>
            <a:r>
              <a:rPr lang="es-ES" sz="1400"/>
              <a:t>de la ETSISI </a:t>
            </a:r>
            <a:r>
              <a:rPr lang="es-ES" sz="1400" dirty="0"/>
              <a:t>por lo que tengo muy poca disponibilidad, pero me gusta mucho cuidar….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72" name="CuadroTexto 71"/>
          <p:cNvSpPr txBox="1"/>
          <p:nvPr/>
        </p:nvSpPr>
        <p:spPr>
          <a:xfrm>
            <a:off x="1259203" y="5257474"/>
            <a:ext cx="1976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Fernando Fernández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73" name="CuadroTexto 72"/>
          <p:cNvSpPr txBox="1"/>
          <p:nvPr/>
        </p:nvSpPr>
        <p:spPr>
          <a:xfrm>
            <a:off x="7947209" y="5214290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B050"/>
                </a:solidFill>
              </a:rPr>
              <a:t>450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74" name="CuadroTexto 73"/>
          <p:cNvSpPr txBox="1"/>
          <p:nvPr/>
        </p:nvSpPr>
        <p:spPr>
          <a:xfrm>
            <a:off x="9801792" y="5155673"/>
            <a:ext cx="159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75" name="Conector recto 74"/>
          <p:cNvCxnSpPr/>
          <p:nvPr/>
        </p:nvCxnSpPr>
        <p:spPr>
          <a:xfrm flipH="1">
            <a:off x="511567" y="5064690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uadroTexto 75"/>
          <p:cNvSpPr txBox="1"/>
          <p:nvPr/>
        </p:nvSpPr>
        <p:spPr>
          <a:xfrm>
            <a:off x="9839892" y="5211947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7,5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7" name="CuadroTexto 76"/>
          <p:cNvSpPr txBox="1"/>
          <p:nvPr/>
        </p:nvSpPr>
        <p:spPr>
          <a:xfrm>
            <a:off x="3377536" y="5962229"/>
            <a:ext cx="4322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Soy estudiante de veterinaria y desde hace años cuido mascotas a través de esta web, que es genial…. </a:t>
            </a:r>
            <a:r>
              <a:rPr lang="es-ES" sz="1400" u="sng" dirty="0">
                <a:solidFill>
                  <a:schemeClr val="accent1"/>
                </a:solidFill>
              </a:rPr>
              <a:t>ver más</a:t>
            </a:r>
          </a:p>
        </p:txBody>
      </p:sp>
      <p:sp>
        <p:nvSpPr>
          <p:cNvPr id="78" name="CuadroTexto 77"/>
          <p:cNvSpPr txBox="1"/>
          <p:nvPr/>
        </p:nvSpPr>
        <p:spPr>
          <a:xfrm>
            <a:off x="1256855" y="6016153"/>
            <a:ext cx="1976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Encantador de Panchos</a:t>
            </a:r>
            <a:endParaRPr lang="es-ES" sz="1400" u="sng" dirty="0">
              <a:solidFill>
                <a:schemeClr val="accent1"/>
              </a:solidFill>
            </a:endParaRPr>
          </a:p>
        </p:txBody>
      </p:sp>
      <p:sp>
        <p:nvSpPr>
          <p:cNvPr id="79" name="CuadroTexto 78"/>
          <p:cNvSpPr txBox="1"/>
          <p:nvPr/>
        </p:nvSpPr>
        <p:spPr>
          <a:xfrm>
            <a:off x="7944861" y="5985669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B050"/>
                </a:solidFill>
              </a:rPr>
              <a:t>2400</a:t>
            </a:r>
            <a:endParaRPr lang="es-ES" sz="1400" b="1" u="sng" dirty="0">
              <a:solidFill>
                <a:srgbClr val="00B050"/>
              </a:solidFill>
            </a:endParaRPr>
          </a:p>
        </p:txBody>
      </p:sp>
      <p:sp>
        <p:nvSpPr>
          <p:cNvPr id="80" name="CuadroTexto 79"/>
          <p:cNvSpPr txBox="1"/>
          <p:nvPr/>
        </p:nvSpPr>
        <p:spPr>
          <a:xfrm>
            <a:off x="9799444" y="5687894"/>
            <a:ext cx="159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81" name="Conector recto 80"/>
          <p:cNvCxnSpPr/>
          <p:nvPr/>
        </p:nvCxnSpPr>
        <p:spPr>
          <a:xfrm flipH="1">
            <a:off x="509219" y="5793860"/>
            <a:ext cx="11087235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CuadroTexto 81"/>
          <p:cNvSpPr txBox="1"/>
          <p:nvPr/>
        </p:nvSpPr>
        <p:spPr>
          <a:xfrm>
            <a:off x="9871852" y="5983326"/>
            <a:ext cx="1598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2">
                    <a:lumMod val="50000"/>
                  </a:schemeClr>
                </a:solidFill>
              </a:rPr>
              <a:t>10</a:t>
            </a:r>
            <a:endParaRPr lang="es-ES" sz="1400" b="1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Rectángulo redondeado 1">
            <a:hlinkClick r:id="rId19" action="ppaction://hlinksldjump"/>
          </p:cNvPr>
          <p:cNvSpPr/>
          <p:nvPr/>
        </p:nvSpPr>
        <p:spPr>
          <a:xfrm>
            <a:off x="10426700" y="3114355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Contratar</a:t>
            </a:r>
            <a:endParaRPr lang="en-US" b="1" dirty="0"/>
          </a:p>
        </p:txBody>
      </p:sp>
      <p:sp>
        <p:nvSpPr>
          <p:cNvPr id="41" name="Rectángulo redondeado 40">
            <a:hlinkClick r:id="rId19" action="ppaction://hlinksldjump"/>
          </p:cNvPr>
          <p:cNvSpPr/>
          <p:nvPr/>
        </p:nvSpPr>
        <p:spPr>
          <a:xfrm>
            <a:off x="10425538" y="3814298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Contratar</a:t>
            </a:r>
            <a:endParaRPr lang="en-US" b="1" dirty="0"/>
          </a:p>
        </p:txBody>
      </p:sp>
      <p:sp>
        <p:nvSpPr>
          <p:cNvPr id="42" name="Rectángulo redondeado 41">
            <a:hlinkClick r:id="rId19" action="ppaction://hlinksldjump"/>
          </p:cNvPr>
          <p:cNvSpPr/>
          <p:nvPr/>
        </p:nvSpPr>
        <p:spPr>
          <a:xfrm>
            <a:off x="10425538" y="4525498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Contratar</a:t>
            </a:r>
            <a:endParaRPr lang="en-US" b="1" dirty="0"/>
          </a:p>
        </p:txBody>
      </p:sp>
      <p:sp>
        <p:nvSpPr>
          <p:cNvPr id="43" name="Rectángulo redondeado 42">
            <a:hlinkClick r:id="rId19" action="ppaction://hlinksldjump"/>
          </p:cNvPr>
          <p:cNvSpPr/>
          <p:nvPr/>
        </p:nvSpPr>
        <p:spPr>
          <a:xfrm>
            <a:off x="10444216" y="5262184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Contratar</a:t>
            </a:r>
            <a:endParaRPr lang="en-US" b="1" dirty="0"/>
          </a:p>
        </p:txBody>
      </p:sp>
      <p:sp>
        <p:nvSpPr>
          <p:cNvPr id="44" name="Rectángulo redondeado 43">
            <a:hlinkClick r:id="rId19" action="ppaction://hlinksldjump"/>
          </p:cNvPr>
          <p:cNvSpPr/>
          <p:nvPr/>
        </p:nvSpPr>
        <p:spPr>
          <a:xfrm>
            <a:off x="10444216" y="6024184"/>
            <a:ext cx="1067225" cy="35321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Contratar</a:t>
            </a:r>
            <a:endParaRPr lang="en-US" b="1" dirty="0"/>
          </a:p>
        </p:txBody>
      </p:sp>
      <p:pic>
        <p:nvPicPr>
          <p:cNvPr id="4098" name="Picture 2" descr="Imagen relacionada"/>
          <p:cNvPicPr>
            <a:picLocks noChangeAspect="1" noChangeArrowheads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56" r="24739" b="20477"/>
          <a:stretch/>
        </p:blipFill>
        <p:spPr bwMode="auto">
          <a:xfrm>
            <a:off x="576556" y="3073659"/>
            <a:ext cx="512064" cy="507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esultado de imagen de dennis ritchie"/>
          <p:cNvPicPr>
            <a:picLocks noChangeArrowheads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0" t="9479" r="29964" b="8730"/>
          <a:stretch/>
        </p:blipFill>
        <p:spPr bwMode="auto">
          <a:xfrm>
            <a:off x="585879" y="3791501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Resultado de imagen"/>
          <p:cNvPicPr>
            <a:picLocks noChangeArrowheads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78" r="40393" b="41254"/>
          <a:stretch/>
        </p:blipFill>
        <p:spPr bwMode="auto">
          <a:xfrm>
            <a:off x="576556" y="5929511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Resultado de imagen de adolescente con cara pixelada"/>
          <p:cNvPicPr>
            <a:picLocks noChangeArrowheads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00" r="50899" b="48012"/>
          <a:stretch/>
        </p:blipFill>
        <p:spPr bwMode="auto">
          <a:xfrm>
            <a:off x="576556" y="4512731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Resultado de imagen de adolescente"/>
          <p:cNvPicPr>
            <a:picLocks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08" r="22483" b="14023"/>
          <a:stretch/>
        </p:blipFill>
        <p:spPr bwMode="auto">
          <a:xfrm>
            <a:off x="576556" y="5179512"/>
            <a:ext cx="512064" cy="51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7" name="Conector recto 86"/>
          <p:cNvCxnSpPr/>
          <p:nvPr/>
        </p:nvCxnSpPr>
        <p:spPr>
          <a:xfrm>
            <a:off x="1189623" y="2583498"/>
            <a:ext cx="27295" cy="40370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Breadcrumbs"/>
          <p:cNvSpPr>
            <a:spLocks/>
          </p:cNvSpPr>
          <p:nvPr/>
        </p:nvSpPr>
        <p:spPr bwMode="auto">
          <a:xfrm>
            <a:off x="119075" y="1220482"/>
            <a:ext cx="1735585" cy="203932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900" u="sng" dirty="0">
                <a:solidFill>
                  <a:srgbClr val="5B9BD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  <a:hlinkClick r:id="rId13" action="ppaction://hlinksldjump"/>
              </a:rPr>
              <a:t>Home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13" action="ppaction://hlinksldjump"/>
              </a:rPr>
              <a:t>  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»  </a:t>
            </a:r>
            <a:r>
              <a:rPr lang="es-E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16" action="ppaction://hlinksldjump"/>
              </a:rPr>
              <a:t>Cuidadores </a:t>
            </a:r>
            <a:r>
              <a:rPr lang="es-E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»  Listado</a:t>
            </a:r>
            <a:endParaRPr lang="es-ES" sz="900" dirty="0">
              <a:solidFill>
                <a:srgbClr val="5F5F5F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8" name="Conector recto 107"/>
          <p:cNvCxnSpPr/>
          <p:nvPr/>
        </p:nvCxnSpPr>
        <p:spPr>
          <a:xfrm>
            <a:off x="2272" y="1442430"/>
            <a:ext cx="1219199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schemeClr val="tx1">
                <a:lumMod val="50000"/>
                <a:lumOff val="50000"/>
                <a:alpha val="7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o 3"/>
          <p:cNvGrpSpPr/>
          <p:nvPr/>
        </p:nvGrpSpPr>
        <p:grpSpPr>
          <a:xfrm>
            <a:off x="9939938" y="561011"/>
            <a:ext cx="533400" cy="533400"/>
            <a:chOff x="9939938" y="561011"/>
            <a:chExt cx="533400" cy="533400"/>
          </a:xfrm>
        </p:grpSpPr>
        <p:pic>
          <p:nvPicPr>
            <p:cNvPr id="83" name="Imagen 82" descr="Icono&#10;&#10;Descripción generada automáticamente">
              <a:hlinkClick r:id="rId25" action="ppaction://hlinksldjump"/>
              <a:extLst>
                <a:ext uri="{FF2B5EF4-FFF2-40B4-BE49-F238E27FC236}">
                  <a16:creationId xmlns:a16="http://schemas.microsoft.com/office/drawing/2014/main" id="{BA0D6F8A-7FC7-F179-BE1F-E2116B31DC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27"/>
                </a:ext>
              </a:extLst>
            </a:blip>
            <a:stretch>
              <a:fillRect/>
            </a:stretch>
          </p:blipFill>
          <p:spPr>
            <a:xfrm>
              <a:off x="9939938" y="561011"/>
              <a:ext cx="533400" cy="533400"/>
            </a:xfrm>
            <a:prstGeom prst="rect">
              <a:avLst/>
            </a:prstGeom>
          </p:spPr>
        </p:pic>
        <p:sp>
          <p:nvSpPr>
            <p:cNvPr id="84" name="CuadroTexto 83">
              <a:hlinkClick r:id="rId25" action="ppaction://hlinksldjump"/>
              <a:extLst>
                <a:ext uri="{FF2B5EF4-FFF2-40B4-BE49-F238E27FC236}">
                  <a16:creationId xmlns:a16="http://schemas.microsoft.com/office/drawing/2014/main" id="{D1362C77-4AF8-2E74-3BC4-37BA3B3D3853}"/>
                </a:ext>
              </a:extLst>
            </p:cNvPr>
            <p:cNvSpPr txBox="1"/>
            <p:nvPr/>
          </p:nvSpPr>
          <p:spPr>
            <a:xfrm>
              <a:off x="10052836" y="64497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110" name="Modal Dialog Overlay">
            <a:extLst>
              <a:ext uri="{FF2B5EF4-FFF2-40B4-BE49-F238E27FC236}">
                <a16:creationId xmlns:a16="http://schemas.microsoft.com/office/drawing/2014/main" id="{3A5AC516-B63D-2035-9C65-64C15A8225D1}"/>
              </a:ext>
            </a:extLst>
          </p:cNvPr>
          <p:cNvSpPr>
            <a:spLocks/>
          </p:cNvSpPr>
          <p:nvPr/>
        </p:nvSpPr>
        <p:spPr bwMode="auto">
          <a:xfrm>
            <a:off x="0" y="553384"/>
            <a:ext cx="12216825" cy="6334655"/>
          </a:xfrm>
          <a:prstGeom prst="rect">
            <a:avLst/>
          </a:prstGeom>
          <a:solidFill>
            <a:srgbClr val="808080">
              <a:alpha val="60000"/>
            </a:srgbClr>
          </a:solidFill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85" name="Grupo 84">
            <a:extLst>
              <a:ext uri="{FF2B5EF4-FFF2-40B4-BE49-F238E27FC236}">
                <a16:creationId xmlns:a16="http://schemas.microsoft.com/office/drawing/2014/main" id="{86B83690-6DE5-42E6-56D8-ABE607891D5F}"/>
              </a:ext>
            </a:extLst>
          </p:cNvPr>
          <p:cNvGrpSpPr/>
          <p:nvPr/>
        </p:nvGrpSpPr>
        <p:grpSpPr>
          <a:xfrm>
            <a:off x="3072384" y="2386584"/>
            <a:ext cx="5855368" cy="3560701"/>
            <a:chOff x="3168675" y="7034747"/>
            <a:chExt cx="5855368" cy="3560701"/>
          </a:xfrm>
        </p:grpSpPr>
        <p:sp>
          <p:nvSpPr>
            <p:cNvPr id="115" name="Rectángulo redondeado 112">
              <a:extLst>
                <a:ext uri="{FF2B5EF4-FFF2-40B4-BE49-F238E27FC236}">
                  <a16:creationId xmlns:a16="http://schemas.microsoft.com/office/drawing/2014/main" id="{6E5A5F49-5CC6-6331-2E6A-1684C8528DF7}"/>
                </a:ext>
              </a:extLst>
            </p:cNvPr>
            <p:cNvSpPr/>
            <p:nvPr/>
          </p:nvSpPr>
          <p:spPr>
            <a:xfrm>
              <a:off x="3168675" y="7034747"/>
              <a:ext cx="5855368" cy="3560701"/>
            </a:xfrm>
            <a:prstGeom prst="roundRect">
              <a:avLst>
                <a:gd name="adj" fmla="val 5403"/>
              </a:avLst>
            </a:prstGeom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7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s-ES" dirty="0"/>
                <a:t>   </a:t>
              </a:r>
            </a:p>
            <a:p>
              <a:pPr algn="ctr"/>
              <a:endParaRPr lang="es-ES" sz="2400" dirty="0"/>
            </a:p>
            <a:p>
              <a:pPr algn="ctr"/>
              <a:endParaRPr lang="es-ES" sz="2400" dirty="0"/>
            </a:p>
            <a:p>
              <a:pPr algn="ctr"/>
              <a:r>
                <a:rPr lang="es-ES" sz="2400" dirty="0"/>
                <a:t>¡El encargo ha sido rechazado!</a:t>
              </a:r>
            </a:p>
          </p:txBody>
        </p:sp>
        <p:pic>
          <p:nvPicPr>
            <p:cNvPr id="116" name="Picture 2" descr="Resultado de imagen de tick verde">
              <a:extLst>
                <a:ext uri="{FF2B5EF4-FFF2-40B4-BE49-F238E27FC236}">
                  <a16:creationId xmlns:a16="http://schemas.microsoft.com/office/drawing/2014/main" id="{3490E31A-5C6D-538A-1618-D3830B4538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4739" y="7318354"/>
              <a:ext cx="1956138" cy="14650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6" name="Rectángulo redondeado 85">
            <a:hlinkClick r:id="rId29" action="ppaction://hlinksldjump"/>
            <a:extLst>
              <a:ext uri="{FF2B5EF4-FFF2-40B4-BE49-F238E27FC236}">
                <a16:creationId xmlns:a16="http://schemas.microsoft.com/office/drawing/2014/main" id="{B4DA0A8B-7A8D-037E-B023-A81E19069460}"/>
              </a:ext>
            </a:extLst>
          </p:cNvPr>
          <p:cNvSpPr/>
          <p:nvPr/>
        </p:nvSpPr>
        <p:spPr>
          <a:xfrm>
            <a:off x="4978578" y="5073113"/>
            <a:ext cx="1989438" cy="39335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bg1"/>
                </a:solidFill>
              </a:rPr>
              <a:t>Cerrar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576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24HdOxIeVI7JnOqmjeFkqH6SQJck4rAfb5XZmkqfeMk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24HdOxIeVI7JnOqmjeFkqH6SQJck4rAfb5XZmkqfeMk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ltureName xmlns="9eaf9fa8-68e9-431e-96b1-11a2c182c69d" xsi:nil="true"/>
    <TaxCatchAll xmlns="4ba44aa6-0f4c-450b-92dd-b5ef06186ff4" xsi:nil="true"/>
    <FolderType xmlns="9eaf9fa8-68e9-431e-96b1-11a2c182c69d" xsi:nil="true"/>
    <AppVersion xmlns="9eaf9fa8-68e9-431e-96b1-11a2c182c69d" xsi:nil="true"/>
    <lcf76f155ced4ddcb4097134ff3c332f xmlns="9eaf9fa8-68e9-431e-96b1-11a2c182c69d">
      <Terms xmlns="http://schemas.microsoft.com/office/infopath/2007/PartnerControls"/>
    </lcf76f155ced4ddcb4097134ff3c332f>
    <TeamsChannelId xmlns="9eaf9fa8-68e9-431e-96b1-11a2c182c69d" xsi:nil="true"/>
    <NotebookType xmlns="9eaf9fa8-68e9-431e-96b1-11a2c182c69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66FDD1E22D5D84AA9681D96F74FEDAA" ma:contentTypeVersion="22" ma:contentTypeDescription="Crear nuevo documento." ma:contentTypeScope="" ma:versionID="924255926e1924b0b0ee21822199a21e">
  <xsd:schema xmlns:xsd="http://www.w3.org/2001/XMLSchema" xmlns:xs="http://www.w3.org/2001/XMLSchema" xmlns:p="http://schemas.microsoft.com/office/2006/metadata/properties" xmlns:ns2="9eaf9fa8-68e9-431e-96b1-11a2c182c69d" xmlns:ns3="4ba44aa6-0f4c-450b-92dd-b5ef06186ff4" targetNamespace="http://schemas.microsoft.com/office/2006/metadata/properties" ma:root="true" ma:fieldsID="5fe2b76c2274be38600d62a48995982a" ns2:_="" ns3:_="">
    <xsd:import namespace="9eaf9fa8-68e9-431e-96b1-11a2c182c69d"/>
    <xsd:import namespace="4ba44aa6-0f4c-450b-92dd-b5ef06186ff4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af9fa8-68e9-431e-96b1-11a2c182c69d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Etiquetas de imagen" ma:readOnly="false" ma:fieldId="{5cf76f15-5ced-4ddc-b409-7134ff3c332f}" ma:taxonomyMulti="true" ma:sspId="6b79bab5-423c-41bb-b2a6-fa644551eac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a44aa6-0f4c-450b-92dd-b5ef06186ff4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56f8742b-94c4-49a0-8608-a12b5c0709f4}" ma:internalName="TaxCatchAll" ma:showField="CatchAllData" ma:web="4ba44aa6-0f4c-450b-92dd-b5ef06186f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A5B37C4-82DB-4B2B-8DFA-DF1966693802}">
  <ds:schemaRefs>
    <ds:schemaRef ds:uri="9eaf9fa8-68e9-431e-96b1-11a2c182c69d"/>
    <ds:schemaRef ds:uri="http://www.w3.org/XML/1998/namespace"/>
    <ds:schemaRef ds:uri="http://purl.org/dc/dcmitype/"/>
    <ds:schemaRef ds:uri="http://purl.org/dc/terms/"/>
    <ds:schemaRef ds:uri="http://purl.org/dc/elements/1.1/"/>
    <ds:schemaRef ds:uri="4ba44aa6-0f4c-450b-92dd-b5ef06186f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7A250F83-3717-4880-B89D-BFCC2C10D7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af9fa8-68e9-431e-96b1-11a2c182c69d"/>
    <ds:schemaRef ds:uri="4ba44aa6-0f4c-450b-92dd-b5ef06186f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A5B9094-63E5-43DC-8ADD-09FB5838EB1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864</TotalTime>
  <Words>1993</Words>
  <Application>Microsoft Macintosh PowerPoint</Application>
  <PresentationFormat>Широкоэкранный</PresentationFormat>
  <Paragraphs>434</Paragraphs>
  <Slides>19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Adobe Fan Heiti Std B</vt:lpstr>
      <vt:lpstr>Arial</vt:lpstr>
      <vt:lpstr>Calibri</vt:lpstr>
      <vt:lpstr>Calibri Light</vt:lpstr>
      <vt:lpstr>Segoe UI</vt:lpstr>
      <vt:lpstr>Tema de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U-tad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 Lopez Fernandez</dc:creator>
  <cp:lastModifiedBy>Стефан</cp:lastModifiedBy>
  <cp:revision>86</cp:revision>
  <dcterms:created xsi:type="dcterms:W3CDTF">2017-09-07T10:29:45Z</dcterms:created>
  <dcterms:modified xsi:type="dcterms:W3CDTF">2024-03-06T21:37:13Z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0x010100566FDD1E22D5D84AA9681D96F74FEDAA</vt:lpwstr>
  </property>
  <property fmtid="{D5CDD505-2E9C-101B-9397-08002B2CF9AE}" pid="3" name="MediaServiceImageTags">
    <vt:lpwstr/>
  </property>
</Properties>
</file>